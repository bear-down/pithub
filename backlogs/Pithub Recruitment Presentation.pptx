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sldIdLst>
    <p:sldId id="256" r:id="rId2"/>
    <p:sldId id="264" r:id="rId3"/>
    <p:sldId id="265" r:id="rId4"/>
    <p:sldId id="257" r:id="rId5"/>
    <p:sldId id="258" r:id="rId6"/>
    <p:sldId id="259" r:id="rId7"/>
    <p:sldId id="260"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699" dt="2026-09-22T19:34:36.1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5/10/relationships/revisionInfo" Target="revisionInfo.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39" y="1033272"/>
            <a:ext cx="5892073" cy="3895344"/>
          </a:xfrm>
        </p:spPr>
        <p:txBody>
          <a:bodyPr vert="horz" lIns="91440" tIns="45720" rIns="91440" bIns="45720" rtlCol="0" anchor="t">
            <a:normAutofit/>
          </a:bodyPr>
          <a:lstStyle>
            <a:lvl1pPr>
              <a:defRPr lang="en-US" sz="80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733288"/>
            <a:ext cx="5892071" cy="795528"/>
          </a:xfrm>
        </p:spPr>
        <p:txBody>
          <a:bodyPr vert="horz" lIns="91440" tIns="45720" rIns="91440" bIns="45720" rtlCol="0" anchor="ctr">
            <a:normAutofit/>
          </a:bodyPr>
          <a:lstStyle>
            <a:lvl1pPr marL="0" indent="0">
              <a:buNone/>
              <a:defRPr lang="en-US" dirty="0">
                <a:solidFill>
                  <a:schemeClr val="tx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r>
              <a:rPr lang="en-US" dirty="0"/>
              <a:t>
              </a:t>
            </a:r>
          </a:p>
        </p:txBody>
      </p:sp>
      <p:sp>
        <p:nvSpPr>
          <p:cNvPr id="11" name="Picture Placeholder 10">
            <a:extLst>
              <a:ext uri="{FF2B5EF4-FFF2-40B4-BE49-F238E27FC236}">
                <a16:creationId xmlns:a16="http://schemas.microsoft.com/office/drawing/2014/main" id="{1F08B46D-341A-2502-FE91-2C5EF771037B}"/>
              </a:ext>
            </a:extLst>
          </p:cNvPr>
          <p:cNvSpPr>
            <a:spLocks noGrp="1" noChangeAspect="1"/>
          </p:cNvSpPr>
          <p:nvPr>
            <p:ph type="pic" sz="quarter" idx="13" hasCustomPrompt="1"/>
          </p:nvPr>
        </p:nvSpPr>
        <p:spPr>
          <a:xfrm>
            <a:off x="6931152" y="793817"/>
            <a:ext cx="5260848" cy="6064181"/>
          </a:xfrm>
          <a:blipFill>
            <a:blip r:embed="rId2">
              <a:alphaModFix amt="80000"/>
            </a:blip>
            <a:stretch>
              <a:fillRect/>
            </a:stretch>
          </a:blipFill>
        </p:spPr>
        <p:txBody>
          <a:bodyPr anchor="t"/>
          <a:lstStyle>
            <a:lvl1pPr marL="0" indent="0">
              <a:buNone/>
              <a:defRPr/>
            </a:lvl1pPr>
          </a:lstStyle>
          <a:p>
            <a:endParaRP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38587" y="207982"/>
            <a:ext cx="2662798" cy="413360"/>
          </a:xfrm>
        </p:spPr>
        <p:txBody>
          <a:bodyPr/>
          <a:lstStyle>
            <a:lvl1pPr>
              <a:defRPr>
                <a:solidFill>
                  <a:schemeClr val="tx2"/>
                </a:solidFill>
              </a:defRPr>
            </a:lvl1pPr>
          </a:lstStyle>
          <a:p>
            <a:fld id="{BBB8170F-0370-4A38-8BF3-83D69476AE62}" type="datetimeFigureOut">
              <a:rPr lang="en-US" dirty="0"/>
              <a:t>9/22/2026</a:t>
            </a:fld>
            <a:endParaRPr lang="en-US" dirty="0"/>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dirty="0"/>
              <a:t>‹#›</a:t>
            </a:fld>
            <a:endParaRPr lang="en-US" dirty="0"/>
          </a:p>
        </p:txBody>
      </p:sp>
      <p:cxnSp>
        <p:nvCxnSpPr>
          <p:cNvPr id="9" name="Straight Connector 8">
            <a:extLst>
              <a:ext uri="{FF2B5EF4-FFF2-40B4-BE49-F238E27FC236}">
                <a16:creationId xmlns:a16="http://schemas.microsoft.com/office/drawing/2014/main" id="{CF2C2C7B-6B47-4A5B-B24C-B316964ABE62}"/>
              </a:ext>
            </a:extLst>
          </p:cNvPr>
          <p:cNvCxnSpPr>
            <a:cxnSpLocks/>
          </p:cNvCxnSpPr>
          <p:nvPr/>
        </p:nvCxnSpPr>
        <p:spPr>
          <a:xfrm flipV="1">
            <a:off x="6929823" y="789558"/>
            <a:ext cx="0" cy="606844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4F32355F-80FD-3956-F8D4-9DF4073D0E2E}"/>
              </a:ext>
            </a:extLst>
          </p:cNvPr>
          <p:cNvCxnSpPr>
            <a:cxnSpLocks/>
          </p:cNvCxnSpPr>
          <p:nvPr/>
        </p:nvCxnSpPr>
        <p:spPr>
          <a:xfrm>
            <a:off x="0" y="5420250"/>
            <a:ext cx="692982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D4DD8B2-0D73-EB9B-9708-67DF28E40F96}"/>
              </a:ext>
            </a:extLst>
          </p:cNvPr>
          <p:cNvCxnSpPr>
            <a:cxnSpLocks/>
          </p:cNvCxnSpPr>
          <p:nvPr/>
        </p:nvCxnSpPr>
        <p:spPr>
          <a:xfrm>
            <a:off x="0" y="791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3853489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612648"/>
            <a:ext cx="11253668" cy="1106424"/>
          </a:xfrm>
        </p:spPr>
        <p:txBody>
          <a:bodyPr/>
          <a:lstStyle>
            <a:lvl1pPr>
              <a:defRPr sz="6600">
                <a:solidFill>
                  <a:schemeClr val="tx2"/>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9" y="2139696"/>
            <a:ext cx="11253668" cy="428853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2D457B6E-DC25-9A54-64F7-98703149B156}"/>
              </a:ext>
            </a:extLst>
          </p:cNvPr>
          <p:cNvSpPr>
            <a:spLocks noGrp="1"/>
          </p:cNvSpPr>
          <p:nvPr>
            <p:ph type="ftr" sz="quarter" idx="11"/>
          </p:nvPr>
        </p:nvSpPr>
        <p:spPr/>
        <p:txBody>
          <a:bodyPr/>
          <a:lstStyle/>
          <a:p>
            <a:r>
              <a:rPr lang="en-US" dirty="0"/>
              <a:t>
              </a:t>
            </a:r>
          </a:p>
        </p:txBody>
      </p:sp>
      <p:sp>
        <p:nvSpPr>
          <p:cNvPr id="8" name="Date Placeholder 7">
            <a:extLst>
              <a:ext uri="{FF2B5EF4-FFF2-40B4-BE49-F238E27FC236}">
                <a16:creationId xmlns:a16="http://schemas.microsoft.com/office/drawing/2014/main" id="{D49DF708-DA4E-D117-5CE8-7401A836F675}"/>
              </a:ext>
            </a:extLst>
          </p:cNvPr>
          <p:cNvSpPr>
            <a:spLocks noGrp="1"/>
          </p:cNvSpPr>
          <p:nvPr>
            <p:ph type="dt" sz="half" idx="10"/>
          </p:nvPr>
        </p:nvSpPr>
        <p:spPr/>
        <p:txBody>
          <a:bodyPr/>
          <a:lstStyle/>
          <a:p>
            <a:fld id="{20D15516-589F-487D-BF51-9635DCEA90D5}" type="datetimeFigureOut">
              <a:rPr lang="en-US" dirty="0"/>
              <a:t>9/22/2026</a:t>
            </a:fld>
            <a:endParaRPr lang="en-US" dirty="0"/>
          </a:p>
        </p:txBody>
      </p:sp>
      <p:sp>
        <p:nvSpPr>
          <p:cNvPr id="10" name="Slide Number Placeholder 9">
            <a:extLst>
              <a:ext uri="{FF2B5EF4-FFF2-40B4-BE49-F238E27FC236}">
                <a16:creationId xmlns:a16="http://schemas.microsoft.com/office/drawing/2014/main" id="{D1AE2728-8254-BE0F-89AB-2D5352D66F0D}"/>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7" name="Straight Connector 6">
            <a:extLst>
              <a:ext uri="{FF2B5EF4-FFF2-40B4-BE49-F238E27FC236}">
                <a16:creationId xmlns:a16="http://schemas.microsoft.com/office/drawing/2014/main" id="{093DFD8D-B66E-C844-B523-E3C51265F5EA}"/>
              </a:ext>
            </a:extLst>
          </p:cNvPr>
          <p:cNvCxnSpPr>
            <a:cxnSpLocks/>
          </p:cNvCxnSpPr>
          <p:nvPr/>
        </p:nvCxnSpPr>
        <p:spPr>
          <a:xfrm>
            <a:off x="0" y="1805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20447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5223554"/>
            <a:ext cx="11430000" cy="914400"/>
          </a:xfrm>
        </p:spPr>
        <p:txBody>
          <a:bodyPr vert="horz" lIns="91440" tIns="45720" rIns="91440" bIns="45720" rtlCol="0" anchor="b">
            <a:normAutofit/>
          </a:bodyPr>
          <a:lstStyle>
            <a:lvl1pPr>
              <a:defRPr lang="en-US" sz="4400" dirty="0"/>
            </a:lvl1pPr>
          </a:lstStyle>
          <a:p>
            <a:pPr lvl="0"/>
            <a:r>
              <a:rPr lang="en-US" dirty="0"/>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6083090"/>
            <a:ext cx="11429999" cy="566928"/>
          </a:xfrm>
        </p:spPr>
        <p:txBody>
          <a:bodyPr vert="horz" lIns="91440" tIns="45720" rIns="91440" bIns="45720" rtlCol="0" anchor="ctr">
            <a:normAutofit/>
          </a:bodyPr>
          <a:lstStyle>
            <a:lvl1pPr marL="0" indent="0">
              <a:buNone/>
              <a:defRPr lang="en-US" dirty="0"/>
            </a:lvl1pPr>
          </a:lstStyle>
          <a:p>
            <a:pPr lvl="0"/>
            <a:r>
              <a:rPr lang="en-US" dirty="0"/>
              <a:t>Click to edit Master subtitle style</a:t>
            </a:r>
          </a:p>
        </p:txBody>
      </p:sp>
      <p:sp>
        <p:nvSpPr>
          <p:cNvPr id="11" name="Picture Placeholder 10">
            <a:extLst>
              <a:ext uri="{FF2B5EF4-FFF2-40B4-BE49-F238E27FC236}">
                <a16:creationId xmlns:a16="http://schemas.microsoft.com/office/drawing/2014/main" id="{1F08B46D-341A-2502-FE91-2C5EF771037B}"/>
              </a:ext>
            </a:extLst>
          </p:cNvPr>
          <p:cNvSpPr>
            <a:spLocks noGrp="1" noChangeAspect="1"/>
          </p:cNvSpPr>
          <p:nvPr>
            <p:ph type="pic" sz="quarter" idx="13" hasCustomPrompt="1"/>
          </p:nvPr>
        </p:nvSpPr>
        <p:spPr>
          <a:xfrm>
            <a:off x="0" y="0"/>
            <a:ext cx="12192000" cy="5069400"/>
          </a:xfrm>
          <a:blipFill>
            <a:blip r:embed="rId2">
              <a:alphaModFix amt="80000"/>
            </a:blip>
            <a:stretch>
              <a:fillRect/>
            </a:stretch>
          </a:blipFill>
        </p:spPr>
        <p:txBody>
          <a:bodyPr anchor="t"/>
          <a:lstStyle>
            <a:lvl1pPr marL="0" indent="0">
              <a:buNone/>
              <a:defRPr/>
            </a:lvl1pPr>
          </a:lstStyle>
          <a:p>
            <a:endParaRP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r>
              <a:rPr lang="en-US" dirty="0"/>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p:txBody>
          <a:bodyPr/>
          <a:lstStyle>
            <a:lvl1pPr>
              <a:defRPr>
                <a:solidFill>
                  <a:srgbClr val="FFFFFF"/>
                </a:solidFill>
                <a:effectLst>
                  <a:outerShdw blurRad="38100" dist="38100" dir="2700000" algn="tl">
                    <a:srgbClr val="000000">
                      <a:alpha val="43137"/>
                    </a:srgbClr>
                  </a:outerShdw>
                </a:effectLst>
              </a:defRPr>
            </a:lvl1pPr>
          </a:lstStyle>
          <a:p>
            <a:fld id="{BD5D1244-0536-4076-95F8-65E3144966FF}" type="datetimeFigureOut">
              <a:rPr lang="en-US" dirty="0"/>
              <a:t>9/22/2026</a:t>
            </a:fld>
            <a:endParaRPr lang="en-US" dirty="0"/>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dirty="0"/>
              <a:t>‹#›</a:t>
            </a:fld>
            <a:endParaRPr lang="en-US" dirty="0"/>
          </a:p>
        </p:txBody>
      </p:sp>
      <p:cxnSp>
        <p:nvCxnSpPr>
          <p:cNvPr id="7" name="Straight Connector 6">
            <a:extLst>
              <a:ext uri="{FF2B5EF4-FFF2-40B4-BE49-F238E27FC236}">
                <a16:creationId xmlns:a16="http://schemas.microsoft.com/office/drawing/2014/main" id="{8ABE8472-319C-7663-7B71-2A6549DED7EF}"/>
              </a:ext>
            </a:extLst>
          </p:cNvPr>
          <p:cNvCxnSpPr>
            <a:cxnSpLocks/>
          </p:cNvCxnSpPr>
          <p:nvPr/>
        </p:nvCxnSpPr>
        <p:spPr>
          <a:xfrm>
            <a:off x="0" y="5068350"/>
            <a:ext cx="12188952"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2786494"/>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58952"/>
            <a:ext cx="7589520" cy="4087368"/>
          </a:xfrm>
        </p:spPr>
        <p:txBody>
          <a:bodyPr vert="horz" lIns="91440" tIns="45720" rIns="91440" bIns="45720" rtlCol="0" anchor="t">
            <a:normAutofit/>
          </a:bodyPr>
          <a:lstStyle>
            <a:lvl1pPr>
              <a:defRPr lang="en-US" sz="96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5404104"/>
            <a:ext cx="11515277" cy="576072"/>
          </a:xfrm>
        </p:spPr>
        <p:txBody>
          <a:bodyPr vert="horz" lIns="91440" tIns="45720" rIns="91440" bIns="45720" rtlCol="0" anchor="ctr">
            <a:normAutofit/>
          </a:bodyPr>
          <a:lstStyle>
            <a:lvl1pPr marL="0" indent="0">
              <a:buNone/>
              <a:defRPr lang="en-US" dirty="0">
                <a:solidFill>
                  <a:schemeClr val="tx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a:xfrm>
            <a:off x="317773" y="6254496"/>
            <a:ext cx="2963692" cy="413360"/>
          </a:xfrm>
        </p:spPr>
        <p:txBody>
          <a:bodyPr/>
          <a:lstStyle>
            <a:lvl1pPr>
              <a:defRPr>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7921742" y="6254496"/>
            <a:ext cx="1679642" cy="413360"/>
          </a:xfrm>
        </p:spPr>
        <p:txBody>
          <a:bodyPr/>
          <a:lstStyle>
            <a:lvl1pPr>
              <a:defRPr>
                <a:solidFill>
                  <a:schemeClr val="tx2"/>
                </a:solidFill>
              </a:defRPr>
            </a:lvl1pPr>
          </a:lstStyle>
          <a:p>
            <a:fld id="{E8F94E15-B448-489B-871D-A40527BFA7B7}" type="datetimeFigureOut">
              <a:rPr lang="en-US" dirty="0"/>
              <a:t>9/22/2026</a:t>
            </a:fld>
            <a:endParaRPr lang="en-US" dirty="0"/>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11288870" y="6254496"/>
            <a:ext cx="546447" cy="413360"/>
          </a:xfrm>
        </p:spPr>
        <p:txBody>
          <a:bodyPr/>
          <a:lstStyle>
            <a:lvl1pPr>
              <a:defRPr>
                <a:solidFill>
                  <a:schemeClr val="tx2"/>
                </a:solidFill>
              </a:defRPr>
            </a:lvl1pPr>
          </a:lstStyle>
          <a:p>
            <a:fld id="{753D0FD4-819D-4187-8797-C35567B41C78}" type="slidenum">
              <a:rPr lang="en-US" dirty="0"/>
              <a:t>‹#›</a:t>
            </a:fld>
            <a:endParaRPr lang="en-US" dirty="0"/>
          </a:p>
        </p:txBody>
      </p:sp>
      <p:cxnSp>
        <p:nvCxnSpPr>
          <p:cNvPr id="8" name="Straight Connector 7">
            <a:extLst>
              <a:ext uri="{FF2B5EF4-FFF2-40B4-BE49-F238E27FC236}">
                <a16:creationId xmlns:a16="http://schemas.microsoft.com/office/drawing/2014/main" id="{F05C310B-ED34-BA33-630C-F8D5EB2A41A2}"/>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6B77E3C-9D50-9277-C646-D9B5AB8122BB}"/>
              </a:ext>
            </a:extLst>
          </p:cNvPr>
          <p:cNvCxnSpPr>
            <a:cxnSpLocks/>
          </p:cNvCxnSpPr>
          <p:nvPr/>
        </p:nvCxnSpPr>
        <p:spPr>
          <a:xfrm>
            <a:off x="0" y="527477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6378155"/>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rgbClr val="C8350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tx2"/>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tx2"/>
                </a:solidFill>
              </a:defRPr>
            </a:lvl1pPr>
          </a:lstStyle>
          <a:p>
            <a:fld id="{CE994A23-0EFF-404D-A2C5-6B54939039AD}" type="datetimeFigureOut">
              <a:rPr lang="en-US" dirty="0"/>
              <a:t>9/22/2026</a:t>
            </a:fld>
            <a:endParaRPr lang="en-US" dirty="0"/>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dirty="0"/>
              <a:t>‹#›</a:t>
            </a:fld>
            <a:endParaRPr lang="en-US" dirty="0"/>
          </a:p>
        </p:txBody>
      </p:sp>
      <p:cxnSp>
        <p:nvCxnSpPr>
          <p:cNvPr id="8" name="Straight Connector 7">
            <a:extLst>
              <a:ext uri="{FF2B5EF4-FFF2-40B4-BE49-F238E27FC236}">
                <a16:creationId xmlns:a16="http://schemas.microsoft.com/office/drawing/2014/main" id="{7F716D65-B11C-E9B7-66BF-88E72C5DCEBA}"/>
              </a:ext>
            </a:extLst>
          </p:cNvPr>
          <p:cNvCxnSpPr>
            <a:cxnSpLocks/>
          </p:cNvCxnSpPr>
          <p:nvPr/>
        </p:nvCxnSpPr>
        <p:spPr>
          <a:xfrm>
            <a:off x="0" y="783822"/>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8899668"/>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886968"/>
            <a:ext cx="11405277" cy="1170432"/>
          </a:xfrm>
        </p:spPr>
        <p:txBody>
          <a:bodyPr>
            <a:normAutofit/>
          </a:bodyPr>
          <a:lstStyle>
            <a:lvl1pPr>
              <a:defRPr sz="8800">
                <a:solidFill>
                  <a:schemeClr val="accent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07599C6D-D164-AA94-72F8-241C187199F2}"/>
              </a:ext>
            </a:extLst>
          </p:cNvPr>
          <p:cNvSpPr>
            <a:spLocks noGrp="1"/>
          </p:cNvSpPr>
          <p:nvPr>
            <p:ph type="ftr" sz="quarter" idx="11"/>
          </p:nvPr>
        </p:nvSpPr>
        <p:spPr/>
        <p:txBody>
          <a:body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64881" y="2832652"/>
            <a:ext cx="6893719" cy="3508951"/>
          </a:xfrm>
        </p:spPr>
        <p:txBody>
          <a:bodyPr anchor="t">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10B50CAA-07B2-F8CA-1425-4249CE17A802}"/>
              </a:ext>
            </a:extLst>
          </p:cNvPr>
          <p:cNvSpPr>
            <a:spLocks noGrp="1"/>
          </p:cNvSpPr>
          <p:nvPr>
            <p:ph type="dt" sz="half" idx="10"/>
          </p:nvPr>
        </p:nvSpPr>
        <p:spPr/>
        <p:txBody>
          <a:bodyPr/>
          <a:lstStyle/>
          <a:p>
            <a:fld id="{D9D311C3-93DB-42DC-917F-4386F19A1E3B}" type="datetimeFigureOut">
              <a:rPr lang="en-US" dirty="0"/>
              <a:t>9/22/2026</a:t>
            </a:fld>
            <a:endParaRPr lang="en-US" dirty="0"/>
          </a:p>
        </p:txBody>
      </p:sp>
      <p:sp>
        <p:nvSpPr>
          <p:cNvPr id="11" name="Slide Number Placeholder 10">
            <a:extLst>
              <a:ext uri="{FF2B5EF4-FFF2-40B4-BE49-F238E27FC236}">
                <a16:creationId xmlns:a16="http://schemas.microsoft.com/office/drawing/2014/main" id="{5DEAD866-E26E-BF23-7B5D-9F689B2FA881}"/>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9" name="Straight Connector 8">
            <a:extLst>
              <a:ext uri="{FF2B5EF4-FFF2-40B4-BE49-F238E27FC236}">
                <a16:creationId xmlns:a16="http://schemas.microsoft.com/office/drawing/2014/main" id="{E8AC7CAE-FC19-2728-AA3B-1D2FE7879B25}"/>
              </a:ext>
            </a:extLst>
          </p:cNvPr>
          <p:cNvCxnSpPr>
            <a:cxnSpLocks/>
          </p:cNvCxnSpPr>
          <p:nvPr/>
        </p:nvCxnSpPr>
        <p:spPr>
          <a:xfrm>
            <a:off x="0" y="2118492"/>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11B3592-91FB-05F4-B422-A40D7CD4DE2D}"/>
              </a:ext>
            </a:extLst>
          </p:cNvPr>
          <p:cNvCxnSpPr>
            <a:cxnSpLocks/>
          </p:cNvCxnSpPr>
          <p:nvPr/>
        </p:nvCxnSpPr>
        <p:spPr>
          <a:xfrm>
            <a:off x="0" y="800100"/>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780508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266944" y="521208"/>
            <a:ext cx="6647688" cy="1865376"/>
          </a:xfrm>
        </p:spPr>
        <p:txBody>
          <a:bodyPr>
            <a:normAutofit/>
          </a:bodyPr>
          <a:lstStyle>
            <a:lvl1pPr>
              <a:defRPr sz="8000">
                <a:solidFill>
                  <a:schemeClr val="accent1"/>
                </a:solidFill>
              </a:defRPr>
            </a:lvl1pPr>
          </a:lstStyle>
          <a:p>
            <a:r>
              <a:rPr lang="en-US" dirty="0"/>
              <a:t>Click to edit Master title style</a:t>
            </a:r>
          </a:p>
        </p:txBody>
      </p:sp>
      <p:sp>
        <p:nvSpPr>
          <p:cNvPr id="12" name="Picture Placeholder 11">
            <a:extLst>
              <a:ext uri="{FF2B5EF4-FFF2-40B4-BE49-F238E27FC236}">
                <a16:creationId xmlns:a16="http://schemas.microsoft.com/office/drawing/2014/main" id="{AD3A4126-4E48-DD2C-1468-6A36AE6C1D14}"/>
              </a:ext>
            </a:extLst>
          </p:cNvPr>
          <p:cNvSpPr>
            <a:spLocks noGrp="1" noChangeAspect="1"/>
          </p:cNvSpPr>
          <p:nvPr>
            <p:ph type="pic" sz="quarter" idx="13" hasCustomPrompt="1"/>
          </p:nvPr>
        </p:nvSpPr>
        <p:spPr>
          <a:xfrm>
            <a:off x="0" y="0"/>
            <a:ext cx="4917320" cy="6858000"/>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266943" y="2651760"/>
            <a:ext cx="6327648" cy="3547872"/>
          </a:xfrm>
        </p:spPr>
        <p:txBody>
          <a:bodyPr>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271899" y="210312"/>
            <a:ext cx="2962656"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573511" y="210312"/>
            <a:ext cx="1679642" cy="411480"/>
          </a:xfrm>
        </p:spPr>
        <p:txBody>
          <a:bodyPr/>
          <a:lstStyle/>
          <a:p>
            <a:fld id="{948C47DC-C479-4517-B1B0-94DB01BA76E7}"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9" name="Straight Connector 8">
            <a:extLst>
              <a:ext uri="{FF2B5EF4-FFF2-40B4-BE49-F238E27FC236}">
                <a16:creationId xmlns:a16="http://schemas.microsoft.com/office/drawing/2014/main" id="{E7633BE4-C9B9-310C-1EAE-191B5D344B59}"/>
              </a:ext>
            </a:extLst>
          </p:cNvPr>
          <p:cNvCxnSpPr>
            <a:cxnSpLocks/>
          </p:cNvCxnSpPr>
          <p:nvPr/>
        </p:nvCxnSpPr>
        <p:spPr>
          <a:xfrm>
            <a:off x="4923916" y="2452449"/>
            <a:ext cx="7268084"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A010762-96A4-4E1C-CD5D-EE1C1D1FC6E2}"/>
              </a:ext>
            </a:extLst>
          </p:cNvPr>
          <p:cNvCxnSpPr>
            <a:cxnSpLocks/>
          </p:cNvCxnSpPr>
          <p:nvPr/>
        </p:nvCxnSpPr>
        <p:spPr>
          <a:xfrm flipV="1">
            <a:off x="4923916" y="0"/>
            <a:ext cx="0" cy="685800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2432129"/>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1" y="2077374"/>
            <a:ext cx="4479107" cy="2691413"/>
          </a:xfrm>
        </p:spPr>
        <p:txBody>
          <a:bodyPr vert="horz" lIns="91440" tIns="45720" rIns="91440" bIns="45720" rtlCol="0" anchor="ctr">
            <a:normAutofit/>
          </a:bodyPr>
          <a:lstStyle>
            <a:lvl1pPr>
              <a:defRPr lang="en-US" sz="6600" dirty="0"/>
            </a:lvl1pPr>
          </a:lstStyle>
          <a:p>
            <a:pPr lvl="0"/>
            <a:r>
              <a:rPr lang="en-US" dirty="0"/>
              <a:t>Click to edit Master title style</a:t>
            </a:r>
          </a:p>
        </p:txBody>
      </p:sp>
      <p:sp>
        <p:nvSpPr>
          <p:cNvPr id="10" name="Footer Placeholder 9">
            <a:extLst>
              <a:ext uri="{FF2B5EF4-FFF2-40B4-BE49-F238E27FC236}">
                <a16:creationId xmlns:a16="http://schemas.microsoft.com/office/drawing/2014/main" id="{F7DEB5EF-910B-9B2B-CB95-1AD374FECAFB}"/>
              </a:ext>
            </a:extLst>
          </p:cNvPr>
          <p:cNvSpPr>
            <a:spLocks noGrp="1"/>
          </p:cNvSpPr>
          <p:nvPr>
            <p:ph type="ftr" sz="quarter" idx="11"/>
          </p:nvPr>
        </p:nvSpPr>
        <p:spPr/>
        <p:txBody>
          <a:body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751577" y="2210542"/>
            <a:ext cx="5869293" cy="2432477"/>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5FD4BD0F-0EF0-D5B9-5485-1ECB765DC5D9}"/>
              </a:ext>
            </a:extLst>
          </p:cNvPr>
          <p:cNvSpPr>
            <a:spLocks noGrp="1"/>
          </p:cNvSpPr>
          <p:nvPr>
            <p:ph type="dt" sz="half" idx="10"/>
          </p:nvPr>
        </p:nvSpPr>
        <p:spPr>
          <a:xfrm>
            <a:off x="5751577" y="207982"/>
            <a:ext cx="1921315" cy="413360"/>
          </a:xfrm>
        </p:spPr>
        <p:txBody>
          <a:bodyPr/>
          <a:lstStyle/>
          <a:p>
            <a:fld id="{F92C9D0B-C1A3-434D-9CF9-A666A14DD8A1}" type="datetimeFigureOut">
              <a:rPr lang="en-US" dirty="0"/>
              <a:t>9/22/2026</a:t>
            </a:fld>
            <a:endParaRPr lang="en-US" dirty="0"/>
          </a:p>
        </p:txBody>
      </p:sp>
      <p:sp>
        <p:nvSpPr>
          <p:cNvPr id="12" name="Slide Number Placeholder 11">
            <a:extLst>
              <a:ext uri="{FF2B5EF4-FFF2-40B4-BE49-F238E27FC236}">
                <a16:creationId xmlns:a16="http://schemas.microsoft.com/office/drawing/2014/main" id="{8566B317-2D55-4797-E621-551FCA482D78}"/>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5311938" y="1550633"/>
            <a:ext cx="0" cy="375673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790D5D6-313A-8ACD-591F-F8BEC510B947}"/>
              </a:ext>
            </a:extLst>
          </p:cNvPr>
          <p:cNvCxnSpPr>
            <a:cxnSpLocks/>
          </p:cNvCxnSpPr>
          <p:nvPr/>
        </p:nvCxnSpPr>
        <p:spPr>
          <a:xfrm>
            <a:off x="0" y="5308844"/>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F6F1415-3933-6D89-472D-2FA4BBB279E7}"/>
              </a:ext>
            </a:extLst>
          </p:cNvPr>
          <p:cNvCxnSpPr>
            <a:cxnSpLocks/>
          </p:cNvCxnSpPr>
          <p:nvPr/>
        </p:nvCxnSpPr>
        <p:spPr>
          <a:xfrm>
            <a:off x="0" y="155063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33378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2" y="1249959"/>
            <a:ext cx="4085912" cy="5125673"/>
          </a:xfrm>
        </p:spPr>
        <p:txBody>
          <a:bodyPr vert="horz" lIns="91440" tIns="45720" rIns="91440" bIns="45720" rtlCol="0" anchor="t">
            <a:normAutofit/>
          </a:bodyPr>
          <a:lstStyle>
            <a:lvl1pPr>
              <a:defRPr lang="en-US" sz="6600" dirty="0"/>
            </a:lvl1pPr>
          </a:lstStyle>
          <a:p>
            <a:pPr lvl="0"/>
            <a:r>
              <a:rPr lang="en-US" dirty="0"/>
              <a:t>Click to edit Master title style</a:t>
            </a:r>
          </a:p>
        </p:txBody>
      </p:sp>
      <p:sp>
        <p:nvSpPr>
          <p:cNvPr id="9" name="Footer Placeholder 8">
            <a:extLst>
              <a:ext uri="{FF2B5EF4-FFF2-40B4-BE49-F238E27FC236}">
                <a16:creationId xmlns:a16="http://schemas.microsoft.com/office/drawing/2014/main" id="{2A5B8121-E925-2131-A76A-FBDAB0BC9C80}"/>
              </a:ext>
            </a:extLst>
          </p:cNvPr>
          <p:cNvSpPr>
            <a:spLocks noGrp="1"/>
          </p:cNvSpPr>
          <p:nvPr>
            <p:ph type="ftr" sz="quarter" idx="11"/>
          </p:nvPr>
        </p:nvSpPr>
        <p:spPr/>
        <p:txBody>
          <a:body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249959"/>
            <a:ext cx="6440424" cy="52387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DBA5BEFD-7245-BB4D-0F86-F1C3A32E0676}"/>
              </a:ext>
            </a:extLst>
          </p:cNvPr>
          <p:cNvSpPr>
            <a:spLocks noGrp="1"/>
          </p:cNvSpPr>
          <p:nvPr>
            <p:ph type="dt" sz="half" idx="10"/>
          </p:nvPr>
        </p:nvSpPr>
        <p:spPr>
          <a:xfrm>
            <a:off x="5363852" y="207982"/>
            <a:ext cx="1921315" cy="413360"/>
          </a:xfrm>
        </p:spPr>
        <p:txBody>
          <a:bodyPr/>
          <a:lstStyle/>
          <a:p>
            <a:fld id="{742A22FE-7CAA-4561-B3B2-F8D8C37BE3D2}" type="datetimeFigureOut">
              <a:rPr lang="en-US" dirty="0"/>
              <a:t>9/22/2026</a:t>
            </a:fld>
            <a:endParaRPr lang="en-US" dirty="0"/>
          </a:p>
        </p:txBody>
      </p:sp>
      <p:sp>
        <p:nvSpPr>
          <p:cNvPr id="10" name="Slide Number Placeholder 9">
            <a:extLst>
              <a:ext uri="{FF2B5EF4-FFF2-40B4-BE49-F238E27FC236}">
                <a16:creationId xmlns:a16="http://schemas.microsoft.com/office/drawing/2014/main" id="{85879897-4AF6-4B38-AB30-8DD979DC52CE}"/>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4918746" y="805343"/>
            <a:ext cx="0" cy="605265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1648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330876" y="749808"/>
            <a:ext cx="6442024" cy="2039112"/>
          </a:xfrm>
        </p:spPr>
        <p:txBody>
          <a:bodyPr vert="horz" lIns="91440" tIns="45720" rIns="91440" bIns="45720" rtlCol="0" anchor="t">
            <a:normAutofit/>
          </a:bodyPr>
          <a:lstStyle>
            <a:lvl1pPr>
              <a:defRPr lang="en-US" sz="7200" dirty="0"/>
            </a:lvl1pPr>
          </a:lstStyle>
          <a:p>
            <a:pPr lvl="0"/>
            <a:r>
              <a:rPr lang="en-US" dirty="0"/>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4910328" cy="6858000"/>
          </a:xfrm>
          <a:blipFill>
            <a:blip r:embed="rId2">
              <a:alphaModFix amt="80000"/>
            </a:blip>
            <a:stretch>
              <a:fillRect/>
            </a:stretch>
          </a:blipFill>
        </p:spPr>
        <p:txBody>
          <a:bodyPr anchor="t"/>
          <a:lstStyle>
            <a:lvl1pPr marL="0" indent="0">
              <a:buNone/>
              <a:defRPr/>
            </a:lvl1pPr>
          </a:lstStyle>
          <a:p>
            <a:endParaRP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330875" y="213482"/>
            <a:ext cx="2962656"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609227" y="210312"/>
            <a:ext cx="1679642" cy="411480"/>
          </a:xfrm>
        </p:spPr>
        <p:txBody>
          <a:bodyPr/>
          <a:lstStyle/>
          <a:p>
            <a:fld id="{491FA625-EDE8-4CCD-93F2-36B8EAED6AA1}"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30875" y="2944368"/>
            <a:ext cx="6442025" cy="357169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10328"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267955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750308" y="612648"/>
            <a:ext cx="7022592" cy="1033272"/>
          </a:xfrm>
        </p:spPr>
        <p:txBody>
          <a:bodyPr vert="horz" lIns="91440" tIns="45720" rIns="91440" bIns="45720" rtlCol="0" anchor="b">
            <a:normAutofit/>
          </a:bodyPr>
          <a:lstStyle>
            <a:lvl1pPr>
              <a:defRPr lang="en-US" dirty="0"/>
            </a:lvl1pPr>
          </a:lstStyle>
          <a:p>
            <a:pPr lvl="0"/>
            <a:r>
              <a:rPr lang="en-US" dirty="0"/>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4342584" cy="6858000"/>
          </a:xfrm>
          <a:blipFill>
            <a:blip r:embed="rId2">
              <a:alphaModFix amt="80000"/>
            </a:blip>
            <a:stretch>
              <a:fillRect/>
            </a:stretch>
          </a:blipFill>
        </p:spPr>
        <p:txBody>
          <a:bodyPr anchor="t"/>
          <a:lstStyle>
            <a:lvl1pPr marL="0" indent="0">
              <a:buNone/>
              <a:defRPr/>
            </a:lvl1pPr>
          </a:lstStyle>
          <a:p>
            <a:endParaRPr/>
          </a:p>
        </p:txBody>
      </p:sp>
      <p:sp>
        <p:nvSpPr>
          <p:cNvPr id="9" name="Footer Placeholder 8">
            <a:extLst>
              <a:ext uri="{FF2B5EF4-FFF2-40B4-BE49-F238E27FC236}">
                <a16:creationId xmlns:a16="http://schemas.microsoft.com/office/drawing/2014/main" id="{CD81791C-036D-058C-0055-96793694D657}"/>
              </a:ext>
            </a:extLst>
          </p:cNvPr>
          <p:cNvSpPr>
            <a:spLocks noGrp="1"/>
          </p:cNvSpPr>
          <p:nvPr>
            <p:ph type="ftr" sz="quarter" idx="15"/>
          </p:nvPr>
        </p:nvSpPr>
        <p:spPr>
          <a:xfrm>
            <a:off x="4750307" y="210312"/>
            <a:ext cx="3531437" cy="413360"/>
          </a:xfrm>
        </p:spPr>
        <p:txBody>
          <a:bodyPr/>
          <a:lstStyle/>
          <a:p>
            <a:r>
              <a:rPr lang="en-US" dirty="0"/>
              <a:t>
              </a:t>
            </a:r>
          </a:p>
        </p:txBody>
      </p:sp>
      <p:sp>
        <p:nvSpPr>
          <p:cNvPr id="7" name="Date Placeholder 6">
            <a:extLst>
              <a:ext uri="{FF2B5EF4-FFF2-40B4-BE49-F238E27FC236}">
                <a16:creationId xmlns:a16="http://schemas.microsoft.com/office/drawing/2014/main" id="{E2A8DE5B-9C41-DE5B-BF91-98510120DCFE}"/>
              </a:ext>
            </a:extLst>
          </p:cNvPr>
          <p:cNvSpPr>
            <a:spLocks noGrp="1"/>
          </p:cNvSpPr>
          <p:nvPr>
            <p:ph type="dt" sz="half" idx="14"/>
          </p:nvPr>
        </p:nvSpPr>
        <p:spPr>
          <a:xfrm>
            <a:off x="9582299" y="210312"/>
            <a:ext cx="1679642" cy="413360"/>
          </a:xfrm>
        </p:spPr>
        <p:txBody>
          <a:bodyPr/>
          <a:lstStyle/>
          <a:p>
            <a:fld id="{5824A7B9-17B9-4425-9158-739F678A55EB}" type="datetimeFigureOut">
              <a:rPr lang="en-US" dirty="0"/>
              <a:t>9/22/2026</a:t>
            </a:fld>
            <a:endParaRPr lang="en-US" dirty="0"/>
          </a:p>
        </p:txBody>
      </p:sp>
      <p:sp>
        <p:nvSpPr>
          <p:cNvPr id="11" name="Slide Number Placeholder 10">
            <a:extLst>
              <a:ext uri="{FF2B5EF4-FFF2-40B4-BE49-F238E27FC236}">
                <a16:creationId xmlns:a16="http://schemas.microsoft.com/office/drawing/2014/main" id="{0E0FD979-F905-C567-8E21-A3EDCE179803}"/>
              </a:ext>
            </a:extLst>
          </p:cNvPr>
          <p:cNvSpPr>
            <a:spLocks noGrp="1"/>
          </p:cNvSpPr>
          <p:nvPr>
            <p:ph type="sldNum" sz="quarter" idx="16"/>
          </p:nvPr>
        </p:nvSpPr>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50307" y="1746503"/>
            <a:ext cx="7022592" cy="480669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345760"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372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12648"/>
            <a:ext cx="7015483" cy="1033272"/>
          </a:xfrm>
        </p:spPr>
        <p:txBody>
          <a:bodyPr vert="horz" lIns="91440" tIns="45720" rIns="91440" bIns="45720" rtlCol="0" anchor="b">
            <a:normAutofit/>
          </a:bodyPr>
          <a:lstStyle>
            <a:lvl1pPr>
              <a:defRPr lang="en-US" dirty="0"/>
            </a:lvl1pPr>
          </a:lstStyle>
          <a:p>
            <a:pPr lvl="0"/>
            <a:r>
              <a:rPr lang="en-US" dirty="0"/>
              <a:t>Click to edit Master title style</a:t>
            </a:r>
          </a:p>
        </p:txBody>
      </p:sp>
      <p:sp>
        <p:nvSpPr>
          <p:cNvPr id="11" name="Footer Placeholder 10">
            <a:extLst>
              <a:ext uri="{FF2B5EF4-FFF2-40B4-BE49-F238E27FC236}">
                <a16:creationId xmlns:a16="http://schemas.microsoft.com/office/drawing/2014/main" id="{BB59EF2B-7C7F-BA27-16C2-C56B21D3774C}"/>
              </a:ext>
            </a:extLst>
          </p:cNvPr>
          <p:cNvSpPr>
            <a:spLocks noGrp="1"/>
          </p:cNvSpPr>
          <p:nvPr>
            <p:ph type="ftr" sz="quarter" idx="15"/>
          </p:nvPr>
        </p:nvSpPr>
        <p:spPr/>
        <p:txBody>
          <a:bodyPr/>
          <a:lstStyle/>
          <a:p>
            <a:r>
              <a:rPr lang="en-US" dirty="0"/>
              <a:t>
              </a:t>
            </a:r>
          </a:p>
        </p:txBody>
      </p:sp>
      <p:sp>
        <p:nvSpPr>
          <p:cNvPr id="9" name="Date Placeholder 8">
            <a:extLst>
              <a:ext uri="{FF2B5EF4-FFF2-40B4-BE49-F238E27FC236}">
                <a16:creationId xmlns:a16="http://schemas.microsoft.com/office/drawing/2014/main" id="{2A99D216-CE5A-6458-A23E-BE0E554AC3D1}"/>
              </a:ext>
            </a:extLst>
          </p:cNvPr>
          <p:cNvSpPr>
            <a:spLocks noGrp="1"/>
          </p:cNvSpPr>
          <p:nvPr>
            <p:ph type="dt" sz="half" idx="14"/>
          </p:nvPr>
        </p:nvSpPr>
        <p:spPr>
          <a:xfrm>
            <a:off x="5224951" y="207982"/>
            <a:ext cx="1682496" cy="413360"/>
          </a:xfrm>
        </p:spPr>
        <p:txBody>
          <a:bodyPr/>
          <a:lstStyle/>
          <a:p>
            <a:fld id="{28E8FF4C-7F6A-4962-9270-F797B8959287}" type="datetimeFigureOut">
              <a:rPr lang="en-US" dirty="0"/>
              <a:t>9/22/2026</a:t>
            </a:fld>
            <a:endParaRPr lang="en-US" dirty="0"/>
          </a:p>
        </p:txBody>
      </p:sp>
      <p:sp>
        <p:nvSpPr>
          <p:cNvPr id="12" name="Slide Number Placeholder 11">
            <a:extLst>
              <a:ext uri="{FF2B5EF4-FFF2-40B4-BE49-F238E27FC236}">
                <a16:creationId xmlns:a16="http://schemas.microsoft.com/office/drawing/2014/main" id="{3220FA64-3C9A-EBCF-5C28-E7DED40C97DC}"/>
              </a:ext>
            </a:extLst>
          </p:cNvPr>
          <p:cNvSpPr>
            <a:spLocks noGrp="1"/>
          </p:cNvSpPr>
          <p:nvPr>
            <p:ph type="sldNum" sz="quarter" idx="16"/>
          </p:nvPr>
        </p:nvSpPr>
        <p:spPr>
          <a:xfrm>
            <a:off x="6789594" y="207982"/>
            <a:ext cx="546447" cy="413360"/>
          </a:xfrm>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746504"/>
            <a:ext cx="7018271" cy="480669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7773592" y="0"/>
            <a:ext cx="4417215"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776883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41766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17773" y="749808"/>
            <a:ext cx="5778227" cy="1033272"/>
          </a:xfrm>
        </p:spPr>
        <p:txBody>
          <a:bodyPr vert="horz" lIns="91440" tIns="45720" rIns="91440" bIns="45720" rtlCol="0" anchor="t">
            <a:normAutofit/>
          </a:bodyPr>
          <a:lstStyle>
            <a:lvl1pPr>
              <a:defRPr lang="en-US" dirty="0"/>
            </a:lvl1pPr>
          </a:lstStyle>
          <a:p>
            <a:pPr lvl="0"/>
            <a:r>
              <a:rPr lang="en-US" dirty="0"/>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969163" y="210312"/>
            <a:ext cx="1679642" cy="411480"/>
          </a:xfrm>
        </p:spPr>
        <p:txBody>
          <a:bodyPr/>
          <a:lstStyle/>
          <a:p>
            <a:fld id="{064F86E1-145A-4683-AD05-97E7E41B4995}"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5614093" y="210312"/>
            <a:ext cx="546447" cy="413360"/>
          </a:xfrm>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993391"/>
            <a:ext cx="5778227" cy="455980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6575416" y="0"/>
            <a:ext cx="5616584"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AF4034EB-F498-D527-195A-D17B85027774}"/>
              </a:ext>
            </a:extLst>
          </p:cNvPr>
          <p:cNvCxnSpPr>
            <a:cxnSpLocks/>
          </p:cNvCxnSpPr>
          <p:nvPr/>
        </p:nvCxnSpPr>
        <p:spPr>
          <a:xfrm>
            <a:off x="6570629"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423502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749808"/>
            <a:ext cx="4123680" cy="1517904"/>
          </a:xfrm>
        </p:spPr>
        <p:txBody>
          <a:bodyPr vert="horz" lIns="91440" tIns="45720" rIns="91440" bIns="45720" rtlCol="0" anchor="t">
            <a:normAutofit/>
          </a:bodyPr>
          <a:lstStyle>
            <a:lvl1pPr>
              <a:defRPr lang="en-US" sz="4000" dirty="0"/>
            </a:lvl1pPr>
          </a:lstStyle>
          <a:p>
            <a:pPr lvl="0"/>
            <a:r>
              <a:rPr lang="en-US" dirty="0"/>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3" y="210312"/>
            <a:ext cx="2260057"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029329" y="210312"/>
            <a:ext cx="1058111" cy="411480"/>
          </a:xfrm>
        </p:spPr>
        <p:txBody>
          <a:bodyPr/>
          <a:lstStyle/>
          <a:p>
            <a:fld id="{96B14CE5-CB23-4F24-AF40-FFA10F25B799}"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010197" y="210312"/>
            <a:ext cx="440969" cy="413360"/>
          </a:xfrm>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9704" y="2578609"/>
            <a:ext cx="4130606" cy="37124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4912658" y="0"/>
            <a:ext cx="7279341"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0796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381333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5" cy="960120"/>
          </a:xfrm>
        </p:spPr>
        <p:txBody>
          <a:bodyPr vert="horz" lIns="91440" tIns="45720" rIns="91440" bIns="45720" rtlCol="0" anchor="t">
            <a:normAutofit/>
          </a:bodyPr>
          <a:lstStyle>
            <a:lvl1pPr>
              <a:defRPr lang="en-US" sz="7200" dirty="0"/>
            </a:lvl1pPr>
          </a:lstStyle>
          <a:p>
            <a:pPr lvl="0"/>
            <a:r>
              <a:rPr lang="en-US" dirty="0"/>
              <a:t>Click to edit Master title style</a:t>
            </a:r>
          </a:p>
        </p:txBody>
      </p:sp>
      <p:sp>
        <p:nvSpPr>
          <p:cNvPr id="9" name="Footer Placeholder 8">
            <a:extLst>
              <a:ext uri="{FF2B5EF4-FFF2-40B4-BE49-F238E27FC236}">
                <a16:creationId xmlns:a16="http://schemas.microsoft.com/office/drawing/2014/main" id="{F8890DBE-0DD3-8504-F95F-4225535FB1B9}"/>
              </a:ext>
            </a:extLst>
          </p:cNvPr>
          <p:cNvSpPr>
            <a:spLocks noGrp="1"/>
          </p:cNvSpPr>
          <p:nvPr>
            <p:ph type="ftr" sz="quarter" idx="15"/>
          </p:nvPr>
        </p:nvSpPr>
        <p:spPr/>
        <p:txBody>
          <a:bodyPr/>
          <a:lstStyle/>
          <a:p>
            <a:r>
              <a:rPr lang="en-US" dirty="0"/>
              <a:t>
              </a:t>
            </a:r>
          </a:p>
        </p:txBody>
      </p:sp>
      <p:sp>
        <p:nvSpPr>
          <p:cNvPr id="7" name="Date Placeholder 6">
            <a:extLst>
              <a:ext uri="{FF2B5EF4-FFF2-40B4-BE49-F238E27FC236}">
                <a16:creationId xmlns:a16="http://schemas.microsoft.com/office/drawing/2014/main" id="{734BB28A-95D9-4CE6-DA59-520BA3C61CDB}"/>
              </a:ext>
            </a:extLst>
          </p:cNvPr>
          <p:cNvSpPr>
            <a:spLocks noGrp="1"/>
          </p:cNvSpPr>
          <p:nvPr>
            <p:ph type="dt" sz="half" idx="14"/>
          </p:nvPr>
        </p:nvSpPr>
        <p:spPr/>
        <p:txBody>
          <a:bodyPr/>
          <a:lstStyle/>
          <a:p>
            <a:fld id="{C939A3FF-4925-4C53-B6D9-F2B1807D4179}" type="datetimeFigureOut">
              <a:rPr lang="en-US" dirty="0"/>
              <a:t>9/22/2026</a:t>
            </a:fld>
            <a:endParaRPr lang="en-US" dirty="0"/>
          </a:p>
        </p:txBody>
      </p:sp>
      <p:sp>
        <p:nvSpPr>
          <p:cNvPr id="12" name="Slide Number Placeholder 11">
            <a:extLst>
              <a:ext uri="{FF2B5EF4-FFF2-40B4-BE49-F238E27FC236}">
                <a16:creationId xmlns:a16="http://schemas.microsoft.com/office/drawing/2014/main" id="{E1FA0A0C-CE55-CB7D-174D-D77937630A9D}"/>
              </a:ext>
            </a:extLst>
          </p:cNvPr>
          <p:cNvSpPr>
            <a:spLocks noGrp="1"/>
          </p:cNvSpPr>
          <p:nvPr>
            <p:ph type="sldNum" sz="quarter" idx="16"/>
          </p:nvPr>
        </p:nvSpPr>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2180556"/>
            <a:ext cx="5012355" cy="428425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5822674" y="1834524"/>
            <a:ext cx="6378722" cy="5023476"/>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5816454"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79056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5166364"/>
            <a:ext cx="3656530" cy="1223420"/>
          </a:xfrm>
        </p:spPr>
        <p:txBody>
          <a:bodyPr vert="horz" lIns="91440" tIns="45720" rIns="91440" bIns="45720" rtlCol="0" anchor="t">
            <a:normAutofit/>
          </a:bodyPr>
          <a:lstStyle>
            <a:lvl1pPr>
              <a:defRPr lang="en-US" dirty="0"/>
            </a:lvl1pPr>
          </a:lstStyle>
          <a:p>
            <a:pPr lvl="0"/>
            <a:r>
              <a:rPr lang="en-US" dirty="0"/>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12198096" cy="4837176"/>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1" y="5166364"/>
            <a:ext cx="7073776" cy="122342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437376"/>
            <a:ext cx="2962656" cy="365125"/>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1" y="6437193"/>
            <a:ext cx="4549413" cy="365125"/>
          </a:xfrm>
        </p:spPr>
        <p:txBody>
          <a:bodyPr/>
          <a:lstStyle/>
          <a:p>
            <a:fld id="{220747AD-BB60-464B-B16B-6CC7DCEAA31E}"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437376"/>
            <a:ext cx="546447" cy="413360"/>
          </a:xfrm>
        </p:spPr>
        <p:txBody>
          <a:bodyPr/>
          <a:lstStyle/>
          <a:p>
            <a:fld id="{753D0FD4-819D-4187-8797-C35567B41C78}" type="slidenum">
              <a:rPr lang="en-US" dirty="0"/>
              <a:t>‹#›</a:t>
            </a:fld>
            <a:endParaRPr lang="en-US" dirty="0"/>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4837176"/>
            <a:ext cx="0" cy="202082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4842106"/>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4014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62002"/>
            <a:ext cx="6612786" cy="1555895"/>
          </a:xfrm>
        </p:spPr>
        <p:txBody>
          <a:bodyPr vert="horz" lIns="91440" tIns="45720" rIns="91440" bIns="45720" rtlCol="0" anchor="t">
            <a:normAutofit/>
          </a:bodyPr>
          <a:lstStyle>
            <a:lvl1pPr>
              <a:defRPr lang="en-US" sz="6000" dirty="0"/>
            </a:lvl1pPr>
          </a:lstStyle>
          <a:p>
            <a:pPr lvl="0"/>
            <a:r>
              <a:rPr lang="en-US" dirty="0"/>
              <a:t>Click to edit Master title style</a:t>
            </a:r>
          </a:p>
        </p:txBody>
      </p:sp>
      <p:sp>
        <p:nvSpPr>
          <p:cNvPr id="9" name="Footer Placeholder 8">
            <a:extLst>
              <a:ext uri="{FF2B5EF4-FFF2-40B4-BE49-F238E27FC236}">
                <a16:creationId xmlns:a16="http://schemas.microsoft.com/office/drawing/2014/main" id="{6A2AC736-2858-40E1-3533-38692573ECE6}"/>
              </a:ext>
            </a:extLst>
          </p:cNvPr>
          <p:cNvSpPr>
            <a:spLocks noGrp="1"/>
          </p:cNvSpPr>
          <p:nvPr>
            <p:ph type="ftr" sz="quarter" idx="15"/>
          </p:nvPr>
        </p:nvSpPr>
        <p:spPr/>
        <p:txBody>
          <a:bodyPr/>
          <a:lstStyle/>
          <a:p>
            <a:r>
              <a:rPr lang="en-US" dirty="0"/>
              <a:t>
              </a:t>
            </a:r>
          </a:p>
        </p:txBody>
      </p:sp>
      <p:sp>
        <p:nvSpPr>
          <p:cNvPr id="8" name="Date Placeholder 7">
            <a:extLst>
              <a:ext uri="{FF2B5EF4-FFF2-40B4-BE49-F238E27FC236}">
                <a16:creationId xmlns:a16="http://schemas.microsoft.com/office/drawing/2014/main" id="{6F901C69-26AA-7830-9BFF-EC62E8208AB7}"/>
              </a:ext>
            </a:extLst>
          </p:cNvPr>
          <p:cNvSpPr>
            <a:spLocks noGrp="1"/>
          </p:cNvSpPr>
          <p:nvPr>
            <p:ph type="dt" sz="half" idx="14"/>
          </p:nvPr>
        </p:nvSpPr>
        <p:spPr/>
        <p:txBody>
          <a:bodyPr/>
          <a:lstStyle/>
          <a:p>
            <a:fld id="{B340F08F-40FA-4D3B-96CF-F8FAF483E9A7}" type="datetimeFigureOut">
              <a:rPr lang="en-US" dirty="0"/>
              <a:t>9/22/2026</a:t>
            </a:fld>
            <a:endParaRPr lang="en-US" dirty="0"/>
          </a:p>
        </p:txBody>
      </p:sp>
      <p:sp>
        <p:nvSpPr>
          <p:cNvPr id="11" name="Slide Number Placeholder 10">
            <a:extLst>
              <a:ext uri="{FF2B5EF4-FFF2-40B4-BE49-F238E27FC236}">
                <a16:creationId xmlns:a16="http://schemas.microsoft.com/office/drawing/2014/main" id="{A83EC4C7-2AFC-9797-0F80-FCBABD2A8562}"/>
              </a:ext>
            </a:extLst>
          </p:cNvPr>
          <p:cNvSpPr>
            <a:spLocks noGrp="1"/>
          </p:cNvSpPr>
          <p:nvPr>
            <p:ph type="sldNum" sz="quarter" idx="16"/>
          </p:nvPr>
        </p:nvSpPr>
        <p:spPr/>
        <p:txBody>
          <a:bodyPr/>
          <a:lstStyle/>
          <a:p>
            <a:fld id="{753D0FD4-819D-4187-8797-C35567B41C78}" type="slidenum">
              <a:rPr lang="en-US" dirty="0"/>
              <a:t>‹#›</a:t>
            </a:fld>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6627" y="2435966"/>
            <a:ext cx="7283725" cy="4422032"/>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80068" y="762000"/>
            <a:ext cx="4092813" cy="57912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2435966"/>
            <a:ext cx="72771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8638DF4A-7DDF-7C24-D39A-EA7EAF7CFE63}"/>
              </a:ext>
            </a:extLst>
          </p:cNvPr>
          <p:cNvCxnSpPr>
            <a:cxnSpLocks/>
          </p:cNvCxnSpPr>
          <p:nvPr/>
        </p:nvCxnSpPr>
        <p:spPr>
          <a:xfrm>
            <a:off x="7277100"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73484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448056"/>
            <a:ext cx="11514759" cy="1124712"/>
          </a:xfrm>
        </p:spPr>
        <p:txBody>
          <a:bodyPr vert="horz" lIns="91440" tIns="45720" rIns="91440" bIns="45720" rtlCol="0" anchor="ctr">
            <a:normAutofit/>
          </a:bodyPr>
          <a:lstStyle>
            <a:lvl1pPr>
              <a:defRPr lang="en-US" dirty="0"/>
            </a:lvl1pPr>
          </a:lstStyle>
          <a:p>
            <a:pPr lvl="0"/>
            <a:r>
              <a:rPr lang="en-US" dirty="0"/>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EB5EDF0F-3515-4895-B663-882304741893}"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07982"/>
            <a:ext cx="546447" cy="411480"/>
          </a:xfrm>
        </p:spPr>
        <p:txBody>
          <a:bodyPr/>
          <a:lstStyle/>
          <a:p>
            <a:fld id="{753D0FD4-819D-4187-8797-C35567B41C78}" type="slidenum">
              <a:rPr lang="en-US" dirty="0"/>
              <a:t>‹#›</a:t>
            </a:fld>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3614" y="1700784"/>
            <a:ext cx="3318170" cy="5157216"/>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801441" y="2130553"/>
            <a:ext cx="7971459" cy="442264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6C347961-3E7C-FAAC-2283-DA751A80201C}"/>
              </a:ext>
            </a:extLst>
          </p:cNvPr>
          <p:cNvCxnSpPr>
            <a:cxnSpLocks/>
          </p:cNvCxnSpPr>
          <p:nvPr/>
        </p:nvCxnSpPr>
        <p:spPr>
          <a:xfrm>
            <a:off x="0" y="1695518"/>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E4B3C03-E31F-77F7-02F0-8C25E1C62792}"/>
              </a:ext>
            </a:extLst>
          </p:cNvPr>
          <p:cNvCxnSpPr>
            <a:cxnSpLocks/>
          </p:cNvCxnSpPr>
          <p:nvPr/>
        </p:nvCxnSpPr>
        <p:spPr>
          <a:xfrm>
            <a:off x="3318170" y="1695518"/>
            <a:ext cx="0" cy="516248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18152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571232" y="1188720"/>
            <a:ext cx="4069080" cy="4480560"/>
          </a:xfrm>
        </p:spPr>
        <p:txBody>
          <a:bodyPr anchor="ctr">
            <a:normAutofit/>
          </a:bodyPr>
          <a:lstStyle>
            <a:lvl1pPr>
              <a:lnSpc>
                <a:spcPct val="110000"/>
              </a:lnSpc>
              <a:defRPr sz="2800" cap="none" baseline="0">
                <a:solidFill>
                  <a:schemeClr val="tx2"/>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448056" y="1609344"/>
            <a:ext cx="6775704" cy="4151376"/>
          </a:xfrm>
        </p:spPr>
        <p:txBody>
          <a:bodyPr vert="horz" lIns="91440" tIns="45720" rIns="91440" bIns="45720" rtlCol="0" anchor="ctr">
            <a:normAutofit/>
          </a:bodyPr>
          <a:lstStyle>
            <a:lvl1pPr marL="0" indent="0" algn="r">
              <a:lnSpc>
                <a:spcPct val="70000"/>
              </a:lnSpc>
              <a:buNone/>
              <a:defRPr lang="en-US" sz="33400" dirty="0">
                <a:solidFill>
                  <a:schemeClr val="accent1"/>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dirty="0"/>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normAutofit/>
          </a:bodyPr>
          <a:lstStyle>
            <a:lvl1pPr>
              <a:defRPr>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normAutofit/>
          </a:bodyPr>
          <a:lstStyle>
            <a:lvl1pPr>
              <a:defRPr>
                <a:solidFill>
                  <a:schemeClr val="tx2"/>
                </a:solidFill>
              </a:defRPr>
            </a:lvl1pPr>
          </a:lstStyle>
          <a:p>
            <a:fld id="{05B29ED0-7871-4976-8402-1756C1FAC1EA}"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normAutofit/>
          </a:bodyPr>
          <a:lstStyle>
            <a:lvl1pPr>
              <a:defRPr>
                <a:solidFill>
                  <a:schemeClr val="tx2"/>
                </a:solidFill>
              </a:defRPr>
            </a:lvl1pPr>
          </a:lstStyle>
          <a:p>
            <a:fld id="{753D0FD4-819D-4187-8797-C35567B41C78}" type="slidenum">
              <a:rPr lang="en-US" dirty="0"/>
              <a:t>‹#›</a:t>
            </a:fld>
            <a:endParaRPr lang="en-US" dirty="0"/>
          </a:p>
        </p:txBody>
      </p:sp>
      <p:cxnSp>
        <p:nvCxnSpPr>
          <p:cNvPr id="10" name="Straight Connector 9">
            <a:extLst>
              <a:ext uri="{FF2B5EF4-FFF2-40B4-BE49-F238E27FC236}">
                <a16:creationId xmlns:a16="http://schemas.microsoft.com/office/drawing/2014/main" id="{C34144DB-F44E-C5EB-68A1-D39E3F401C4E}"/>
              </a:ext>
            </a:extLst>
          </p:cNvPr>
          <p:cNvCxnSpPr>
            <a:cxnSpLocks/>
          </p:cNvCxnSpPr>
          <p:nvPr/>
        </p:nvCxnSpPr>
        <p:spPr>
          <a:xfrm>
            <a:off x="0" y="60694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7907424"/>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17773" y="914400"/>
            <a:ext cx="10045427" cy="4464554"/>
          </a:xfrm>
        </p:spPr>
        <p:txBody>
          <a:bodyPr anchor="ctr">
            <a:noAutofit/>
          </a:bodyPr>
          <a:lstStyle>
            <a:lvl1pPr marL="0" indent="0">
              <a:lnSpc>
                <a:spcPct val="75000"/>
              </a:lnSpc>
              <a:buNone/>
              <a:defRPr sz="8800" b="0">
                <a:solidFill>
                  <a:schemeClr val="tx2"/>
                </a:solidFill>
                <a:latin typeface="+mj-lt"/>
              </a:defRPr>
            </a:lvl1pPr>
            <a:lvl2pPr marL="228600" indent="0">
              <a:lnSpc>
                <a:spcPct val="100000"/>
              </a:lnSpc>
              <a:buNone/>
              <a:defRPr sz="8000" b="0">
                <a:solidFill>
                  <a:schemeClr val="tx2"/>
                </a:solidFill>
                <a:latin typeface="+mj-lt"/>
              </a:defRPr>
            </a:lvl2pPr>
            <a:lvl3pPr marL="457200" indent="0">
              <a:lnSpc>
                <a:spcPct val="100000"/>
              </a:lnSpc>
              <a:buNone/>
              <a:defRPr sz="7200" b="0">
                <a:solidFill>
                  <a:schemeClr val="tx2"/>
                </a:solidFill>
                <a:latin typeface="+mj-lt"/>
              </a:defRPr>
            </a:lvl3pPr>
            <a:lvl4pPr marL="685800" indent="0">
              <a:lnSpc>
                <a:spcPct val="100000"/>
              </a:lnSpc>
              <a:buNone/>
              <a:defRPr sz="6600" b="0">
                <a:solidFill>
                  <a:schemeClr val="tx2"/>
                </a:solidFill>
                <a:latin typeface="+mj-lt"/>
              </a:defRPr>
            </a:lvl4pPr>
            <a:lvl5pPr marL="914400" indent="0">
              <a:lnSpc>
                <a:spcPct val="100000"/>
              </a:lnSpc>
              <a:buNone/>
              <a:defRPr sz="6000" b="0">
                <a:solidFill>
                  <a:schemeClr val="tx2"/>
                </a:solidFill>
                <a:latin typeface="+mj-lt"/>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3640"/>
            <a:ext cx="2963692" cy="413360"/>
          </a:xfrm>
        </p:spPr>
        <p:txBody>
          <a:bodyPr/>
          <a:lstStyle/>
          <a:p>
            <a:r>
              <a:rPr lang="en-US" dirty="0"/>
              <a:t>
              </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680069" y="6263640"/>
            <a:ext cx="1921315" cy="413360"/>
          </a:xfrm>
        </p:spPr>
        <p:txBody>
          <a:bodyPr/>
          <a:lstStyle/>
          <a:p>
            <a:fld id="{453B8C54-B76A-4DD8-BD0B-11200408342B}" type="datetimeFigureOut">
              <a:rPr lang="en-US" dirty="0"/>
              <a:t>9/22/2026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3640"/>
            <a:ext cx="546447" cy="413360"/>
          </a:xfrm>
        </p:spPr>
        <p:txBody>
          <a:bodyPr/>
          <a:lstStyle/>
          <a:p>
            <a:fld id="{753D0FD4-819D-4187-8797-C35567B41C78}" type="slidenum">
              <a:rPr lang="en-US" dirty="0"/>
              <a:t>‹#›</a:t>
            </a:fld>
            <a:endParaRPr lang="en-US" dirty="0"/>
          </a:p>
        </p:txBody>
      </p:sp>
      <p:cxnSp>
        <p:nvCxnSpPr>
          <p:cNvPr id="6" name="Straight Connector 5">
            <a:extLst>
              <a:ext uri="{FF2B5EF4-FFF2-40B4-BE49-F238E27FC236}">
                <a16:creationId xmlns:a16="http://schemas.microsoft.com/office/drawing/2014/main" id="{1A935D4C-A027-60A0-BEB8-B1A89C1C5E3A}"/>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7081266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713232" y="5440220"/>
            <a:ext cx="9299448" cy="1015996"/>
          </a:xfrm>
        </p:spPr>
        <p:txBody>
          <a:bodyPr anchor="ctr">
            <a:normAutofit/>
          </a:bodyPr>
          <a:lstStyle>
            <a:lvl1pPr>
              <a:defRPr sz="2000" cap="none" baseline="0">
                <a:solidFill>
                  <a:schemeClr val="tx2"/>
                </a:solidFill>
                <a:latin typeface="+mn-lt"/>
              </a:defRPr>
            </a:lvl1pPr>
          </a:lstStyle>
          <a:p>
            <a:r>
              <a:rPr lang="en-US" dirty="0"/>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1170816"/>
            <a:ext cx="9692640" cy="3872159"/>
          </a:xfrm>
        </p:spPr>
        <p:txBody>
          <a:bodyPr>
            <a:normAutofit/>
          </a:bodyPr>
          <a:lstStyle>
            <a:lvl1pPr marL="274320" indent="-274320">
              <a:lnSpc>
                <a:spcPct val="70000"/>
              </a:lnSpc>
              <a:buNone/>
              <a:defRPr sz="8800" cap="all" baseline="0">
                <a:solidFill>
                  <a:schemeClr val="tx2"/>
                </a:solidFill>
                <a:latin typeface="+mj-lt"/>
              </a:defRPr>
            </a:lvl1pPr>
            <a:lvl2pPr marL="274320" indent="-274320">
              <a:lnSpc>
                <a:spcPct val="70000"/>
              </a:lnSpc>
              <a:buNone/>
              <a:defRPr sz="8000" cap="all" baseline="0">
                <a:solidFill>
                  <a:schemeClr val="accent2">
                    <a:lumMod val="20000"/>
                    <a:lumOff val="80000"/>
                  </a:schemeClr>
                </a:solidFill>
                <a:latin typeface="+mj-lt"/>
              </a:defRPr>
            </a:lvl2pPr>
            <a:lvl3pPr marL="274320" indent="-274320">
              <a:lnSpc>
                <a:spcPct val="70000"/>
              </a:lnSpc>
              <a:buNone/>
              <a:defRPr sz="7200" cap="all" baseline="0">
                <a:solidFill>
                  <a:schemeClr val="accent2">
                    <a:lumMod val="20000"/>
                    <a:lumOff val="80000"/>
                  </a:schemeClr>
                </a:solidFill>
                <a:latin typeface="+mj-lt"/>
              </a:defRPr>
            </a:lvl3pPr>
            <a:lvl4pPr marL="274320" indent="-274320">
              <a:lnSpc>
                <a:spcPct val="70000"/>
              </a:lnSpc>
              <a:buNone/>
              <a:defRPr sz="6600" cap="all" baseline="0">
                <a:solidFill>
                  <a:schemeClr val="accent2">
                    <a:lumMod val="20000"/>
                    <a:lumOff val="80000"/>
                  </a:schemeClr>
                </a:solidFill>
                <a:latin typeface="+mj-lt"/>
              </a:defRPr>
            </a:lvl4pPr>
            <a:lvl5pPr marL="274320" indent="-274320">
              <a:lnSpc>
                <a:spcPct val="70000"/>
              </a:lnSpc>
              <a:buNone/>
              <a:defRPr sz="6600" cap="all" baseline="0">
                <a:solidFill>
                  <a:schemeClr val="accent2">
                    <a:lumMod val="20000"/>
                    <a:lumOff val="80000"/>
                  </a:schemeClr>
                </a:solidFill>
                <a:latin typeface="+mj-lt"/>
              </a:defRPr>
            </a:lvl5pPr>
          </a:lstStyle>
          <a:p>
            <a:pPr lvl="0"/>
            <a:r>
              <a:rPr lang="en-US" dirty="0"/>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2443788" cy="411480"/>
          </a:xfrm>
        </p:spPr>
        <p:txBody>
          <a:bodyPr/>
          <a:lstStyle>
            <a:lvl1pPr>
              <a:defRPr>
                <a:solidFill>
                  <a:schemeClr val="tx2"/>
                </a:solidFill>
              </a:defRPr>
            </a:lvl1pPr>
          </a:lstStyle>
          <a:p>
            <a:fld id="{15448BDD-274C-4BED-8350-833672089118}"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753D0FD4-819D-4187-8797-C35567B41C78}" type="slidenum">
              <a:rPr lang="en-US" dirty="0"/>
              <a:t>‹#›</a:t>
            </a:fld>
            <a:endParaRPr lang="en-US" dirty="0"/>
          </a:p>
        </p:txBody>
      </p:sp>
      <p:cxnSp>
        <p:nvCxnSpPr>
          <p:cNvPr id="9" name="Straight Connector 8">
            <a:extLst>
              <a:ext uri="{FF2B5EF4-FFF2-40B4-BE49-F238E27FC236}">
                <a16:creationId xmlns:a16="http://schemas.microsoft.com/office/drawing/2014/main" id="{1660C7B9-B6D9-6FB6-59EE-D9DB3BC93758}"/>
              </a:ext>
            </a:extLst>
          </p:cNvPr>
          <p:cNvCxnSpPr>
            <a:cxnSpLocks/>
          </p:cNvCxnSpPr>
          <p:nvPr/>
        </p:nvCxnSpPr>
        <p:spPr>
          <a:xfrm flipH="1">
            <a:off x="0" y="787179"/>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15D9130-12F6-DFB8-70EF-9ACBA9FDECB0}"/>
              </a:ext>
            </a:extLst>
          </p:cNvPr>
          <p:cNvCxnSpPr>
            <a:cxnSpLocks/>
          </p:cNvCxnSpPr>
          <p:nvPr/>
        </p:nvCxnSpPr>
        <p:spPr>
          <a:xfrm>
            <a:off x="0" y="5274530"/>
            <a:ext cx="12192000" cy="0"/>
          </a:xfrm>
          <a:prstGeom prst="line">
            <a:avLst/>
          </a:prstGeom>
          <a:ln w="9525">
            <a:solidFill>
              <a:schemeClr val="bg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85721481"/>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594AB-EF90-9591-5954-F617B83D139F}"/>
              </a:ext>
            </a:extLst>
          </p:cNvPr>
          <p:cNvSpPr>
            <a:spLocks noGrp="1"/>
          </p:cNvSpPr>
          <p:nvPr>
            <p:ph type="title"/>
          </p:nvPr>
        </p:nvSpPr>
        <p:spPr>
          <a:xfrm>
            <a:off x="320559" y="685800"/>
            <a:ext cx="11253668" cy="665690"/>
          </a:xfrm>
        </p:spPr>
        <p:txBody>
          <a:bodyPr vert="horz" lIns="91440" tIns="45720" rIns="91440" bIns="45720" rtlCol="0" anchor="b">
            <a:normAutofit/>
          </a:bodyPr>
          <a:lstStyle>
            <a:lvl1pPr>
              <a:defRPr lang="en-US" dirty="0"/>
            </a:lvl1pPr>
          </a:lstStyle>
          <a:p>
            <a:pPr lvl="0"/>
            <a:r>
              <a:rPr lang="en-US" dirty="0"/>
              <a:t>Click to edit Master title style</a:t>
            </a:r>
          </a:p>
        </p:txBody>
      </p:sp>
      <p:sp>
        <p:nvSpPr>
          <p:cNvPr id="10" name="Footer Placeholder 9">
            <a:extLst>
              <a:ext uri="{FF2B5EF4-FFF2-40B4-BE49-F238E27FC236}">
                <a16:creationId xmlns:a16="http://schemas.microsoft.com/office/drawing/2014/main" id="{96A57BED-3AFE-6AA9-E0D5-586748D61F6A}"/>
              </a:ext>
            </a:extLst>
          </p:cNvPr>
          <p:cNvSpPr>
            <a:spLocks noGrp="1"/>
          </p:cNvSpPr>
          <p:nvPr>
            <p:ph type="ftr" sz="quarter" idx="11"/>
          </p:nvPr>
        </p:nvSpPr>
        <p:spPr/>
        <p:txBody>
          <a:bodyPr/>
          <a:lstStyle/>
          <a:p>
            <a:r>
              <a:rPr lang="en-US" dirty="0"/>
              <a:t>
              </a:t>
            </a:r>
          </a:p>
        </p:txBody>
      </p:sp>
      <p:sp>
        <p:nvSpPr>
          <p:cNvPr id="9" name="Date Placeholder 8">
            <a:extLst>
              <a:ext uri="{FF2B5EF4-FFF2-40B4-BE49-F238E27FC236}">
                <a16:creationId xmlns:a16="http://schemas.microsoft.com/office/drawing/2014/main" id="{47C21221-DC95-273B-0C4F-43B35ADA1C0E}"/>
              </a:ext>
            </a:extLst>
          </p:cNvPr>
          <p:cNvSpPr>
            <a:spLocks noGrp="1"/>
          </p:cNvSpPr>
          <p:nvPr>
            <p:ph type="dt" sz="half" idx="10"/>
          </p:nvPr>
        </p:nvSpPr>
        <p:spPr/>
        <p:txBody>
          <a:bodyPr/>
          <a:lstStyle/>
          <a:p>
            <a:fld id="{9EAD527F-9C49-4481-A18C-80BA2EA99E79}" type="datetimeFigureOut">
              <a:rPr lang="en-US" dirty="0"/>
              <a:t>9/22/2026</a:t>
            </a:fld>
            <a:endParaRPr lang="en-US" dirty="0"/>
          </a:p>
        </p:txBody>
      </p:sp>
      <p:sp>
        <p:nvSpPr>
          <p:cNvPr id="11" name="Slide Number Placeholder 10">
            <a:extLst>
              <a:ext uri="{FF2B5EF4-FFF2-40B4-BE49-F238E27FC236}">
                <a16:creationId xmlns:a16="http://schemas.microsoft.com/office/drawing/2014/main" id="{2E44E859-99AA-D46F-1AD8-4C0F287F3783}"/>
              </a:ext>
            </a:extLst>
          </p:cNvPr>
          <p:cNvSpPr>
            <a:spLocks noGrp="1"/>
          </p:cNvSpPr>
          <p:nvPr>
            <p:ph type="sldNum" sz="quarter" idx="12"/>
          </p:nvPr>
        </p:nvSpPr>
        <p:spPr/>
        <p:txBody>
          <a:body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F2C3231F-0FFC-E2BB-36F8-9816E4DECEB6}"/>
              </a:ext>
            </a:extLst>
          </p:cNvPr>
          <p:cNvSpPr>
            <a:spLocks noGrp="1"/>
          </p:cNvSpPr>
          <p:nvPr>
            <p:ph sz="half" idx="1"/>
          </p:nvPr>
        </p:nvSpPr>
        <p:spPr>
          <a:xfrm>
            <a:off x="317773" y="1773857"/>
            <a:ext cx="5349240"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93CC2C1-ED8C-D52E-BEF5-671EDC62385A}"/>
              </a:ext>
            </a:extLst>
          </p:cNvPr>
          <p:cNvSpPr>
            <a:spLocks noGrp="1"/>
          </p:cNvSpPr>
          <p:nvPr>
            <p:ph sz="half" idx="2"/>
          </p:nvPr>
        </p:nvSpPr>
        <p:spPr>
          <a:xfrm>
            <a:off x="6224987" y="1773858"/>
            <a:ext cx="5349240"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2397169B-5226-712F-36F4-352E56B637D4}"/>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850220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4958D-8125-1BDA-53C9-9E2D338832F5}"/>
              </a:ext>
            </a:extLst>
          </p:cNvPr>
          <p:cNvSpPr>
            <a:spLocks noGrp="1"/>
          </p:cNvSpPr>
          <p:nvPr>
            <p:ph type="title"/>
          </p:nvPr>
        </p:nvSpPr>
        <p:spPr>
          <a:xfrm>
            <a:off x="317772" y="685800"/>
            <a:ext cx="11256264" cy="667512"/>
          </a:xfrm>
        </p:spPr>
        <p:txBody>
          <a:bodyPr vert="horz" lIns="91440" tIns="45720" rIns="91440" bIns="45720" rtlCol="0" anchor="b">
            <a:normAutofit/>
          </a:bodyPr>
          <a:lstStyle>
            <a:lvl1pPr>
              <a:defRPr lang="en-US" dirty="0"/>
            </a:lvl1pPr>
          </a:lstStyle>
          <a:p>
            <a:pPr lvl="0"/>
            <a:r>
              <a:rPr lang="en-US" dirty="0"/>
              <a:t>Click to edit Master title style</a:t>
            </a:r>
          </a:p>
        </p:txBody>
      </p:sp>
      <p:sp>
        <p:nvSpPr>
          <p:cNvPr id="8" name="Footer Placeholder 7">
            <a:extLst>
              <a:ext uri="{FF2B5EF4-FFF2-40B4-BE49-F238E27FC236}">
                <a16:creationId xmlns:a16="http://schemas.microsoft.com/office/drawing/2014/main" id="{7D294A4A-89C4-68BF-6701-5C47F940E3D6}"/>
              </a:ext>
            </a:extLst>
          </p:cNvPr>
          <p:cNvSpPr>
            <a:spLocks noGrp="1"/>
          </p:cNvSpPr>
          <p:nvPr>
            <p:ph type="ftr" sz="quarter" idx="11"/>
          </p:nvPr>
        </p:nvSpPr>
        <p:spPr/>
        <p:txBody>
          <a:bodyPr/>
          <a:lstStyle/>
          <a:p>
            <a:r>
              <a:rPr lang="en-US" dirty="0"/>
              <a:t>
              </a:t>
            </a:r>
          </a:p>
        </p:txBody>
      </p:sp>
      <p:sp>
        <p:nvSpPr>
          <p:cNvPr id="7" name="Date Placeholder 6">
            <a:extLst>
              <a:ext uri="{FF2B5EF4-FFF2-40B4-BE49-F238E27FC236}">
                <a16:creationId xmlns:a16="http://schemas.microsoft.com/office/drawing/2014/main" id="{977908BC-F48B-81E4-8D93-7DB9E37161B6}"/>
              </a:ext>
            </a:extLst>
          </p:cNvPr>
          <p:cNvSpPr>
            <a:spLocks noGrp="1"/>
          </p:cNvSpPr>
          <p:nvPr>
            <p:ph type="dt" sz="half" idx="10"/>
          </p:nvPr>
        </p:nvSpPr>
        <p:spPr/>
        <p:txBody>
          <a:bodyPr/>
          <a:lstStyle/>
          <a:p>
            <a:fld id="{F38039EB-95FD-42A0-BF06-87A9D15142C9}" type="datetimeFigureOut">
              <a:rPr lang="en-US" dirty="0"/>
              <a:t>9/22/2026</a:t>
            </a:fld>
            <a:endParaRPr lang="en-US" dirty="0"/>
          </a:p>
        </p:txBody>
      </p:sp>
      <p:sp>
        <p:nvSpPr>
          <p:cNvPr id="9" name="Slide Number Placeholder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a:lstStyle/>
          <a:p>
            <a:fld id="{753D0FD4-819D-4187-8797-C35567B41C78}" type="slidenum">
              <a:rPr lang="en-US" dirty="0"/>
              <a:t>‹#›</a:t>
            </a:fld>
            <a:endParaRPr lang="en-US" dirty="0"/>
          </a:p>
        </p:txBody>
      </p:sp>
      <p:sp>
        <p:nvSpPr>
          <p:cNvPr id="3" name="Text Placeholder 2">
            <a:extLst>
              <a:ext uri="{FF2B5EF4-FFF2-40B4-BE49-F238E27FC236}">
                <a16:creationId xmlns:a16="http://schemas.microsoft.com/office/drawing/2014/main" id="{7709FF10-A82A-AAEB-4B8C-921F3BA2028E}"/>
              </a:ext>
            </a:extLst>
          </p:cNvPr>
          <p:cNvSpPr>
            <a:spLocks noGrp="1"/>
          </p:cNvSpPr>
          <p:nvPr>
            <p:ph type="body" idx="1"/>
          </p:nvPr>
        </p:nvSpPr>
        <p:spPr>
          <a:xfrm>
            <a:off x="317773" y="1773857"/>
            <a:ext cx="5349064" cy="590144"/>
          </a:xfrm>
        </p:spPr>
        <p:txBody>
          <a:bodyPr anchor="b">
            <a:normAutofit/>
          </a:bodyPr>
          <a:lstStyle>
            <a:lvl1pPr marL="0" indent="0">
              <a:buNone/>
              <a:defRPr sz="1800" b="1" cap="all"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84D3C6A-509A-8CB1-B220-1CE755BE2FE8}"/>
              </a:ext>
            </a:extLst>
          </p:cNvPr>
          <p:cNvSpPr>
            <a:spLocks noGrp="1"/>
          </p:cNvSpPr>
          <p:nvPr>
            <p:ph sz="half" idx="2"/>
          </p:nvPr>
        </p:nvSpPr>
        <p:spPr>
          <a:xfrm>
            <a:off x="317773" y="2368476"/>
            <a:ext cx="5349064" cy="385876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A627A15-4AB2-F230-22C7-0605AFD7DF22}"/>
              </a:ext>
            </a:extLst>
          </p:cNvPr>
          <p:cNvSpPr>
            <a:spLocks noGrp="1"/>
          </p:cNvSpPr>
          <p:nvPr>
            <p:ph type="body" sz="quarter" idx="3"/>
          </p:nvPr>
        </p:nvSpPr>
        <p:spPr>
          <a:xfrm>
            <a:off x="6224796" y="1773857"/>
            <a:ext cx="5349240" cy="590144"/>
          </a:xfrm>
        </p:spPr>
        <p:txBody>
          <a:bodyPr anchor="b">
            <a:normAutofit/>
          </a:bodyPr>
          <a:lstStyle>
            <a:lvl1pPr marL="0" indent="0">
              <a:buNone/>
              <a:defRPr sz="1800" b="1" cap="all"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C61ECFD5-92D0-1854-D18E-8BC5DF56A70E}"/>
              </a:ext>
            </a:extLst>
          </p:cNvPr>
          <p:cNvSpPr>
            <a:spLocks noGrp="1"/>
          </p:cNvSpPr>
          <p:nvPr>
            <p:ph sz="quarter" idx="4"/>
          </p:nvPr>
        </p:nvSpPr>
        <p:spPr>
          <a:xfrm>
            <a:off x="6224796" y="2368476"/>
            <a:ext cx="5349240" cy="385876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0" name="Straight Connector 9">
            <a:extLst>
              <a:ext uri="{FF2B5EF4-FFF2-40B4-BE49-F238E27FC236}">
                <a16:creationId xmlns:a16="http://schemas.microsoft.com/office/drawing/2014/main" id="{3D1AC07E-A077-E2A6-1718-DDDA542A8A98}"/>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486969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17042-CDCB-3B2F-8C5B-24B17903E7D2}"/>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en-US" dirty="0"/>
              <a:t>Click to edit Master title style</a:t>
            </a:r>
          </a:p>
        </p:txBody>
      </p:sp>
      <p:sp>
        <p:nvSpPr>
          <p:cNvPr id="4" name="Footer Placeholder 3">
            <a:extLst>
              <a:ext uri="{FF2B5EF4-FFF2-40B4-BE49-F238E27FC236}">
                <a16:creationId xmlns:a16="http://schemas.microsoft.com/office/drawing/2014/main" id="{3BA4C6AE-702E-258F-EA5E-02906C70DFD8}"/>
              </a:ext>
            </a:extLst>
          </p:cNvPr>
          <p:cNvSpPr>
            <a:spLocks noGrp="1"/>
          </p:cNvSpPr>
          <p:nvPr>
            <p:ph type="ftr" sz="quarter" idx="11"/>
          </p:nvPr>
        </p:nvSpPr>
        <p:spPr/>
        <p:txBody>
          <a:bodyPr/>
          <a:lstStyle/>
          <a:p>
            <a:r>
              <a:rPr lang="en-US" dirty="0"/>
              <a:t>
              </a:t>
            </a:r>
          </a:p>
        </p:txBody>
      </p:sp>
      <p:sp>
        <p:nvSpPr>
          <p:cNvPr id="3" name="Date Placeholder 2">
            <a:extLst>
              <a:ext uri="{FF2B5EF4-FFF2-40B4-BE49-F238E27FC236}">
                <a16:creationId xmlns:a16="http://schemas.microsoft.com/office/drawing/2014/main" id="{12339AE3-ADB1-728F-9FBA-2FD43A0AC300}"/>
              </a:ext>
            </a:extLst>
          </p:cNvPr>
          <p:cNvSpPr>
            <a:spLocks noGrp="1"/>
          </p:cNvSpPr>
          <p:nvPr>
            <p:ph type="dt" sz="half" idx="10"/>
          </p:nvPr>
        </p:nvSpPr>
        <p:spPr/>
        <p:txBody>
          <a:bodyPr/>
          <a:lstStyle/>
          <a:p>
            <a:fld id="{6819701D-AA71-4F6F-B74A-236E07E9ABE4}" type="datetimeFigureOut">
              <a:rPr lang="en-US" dirty="0"/>
              <a:t>9/22/2026</a:t>
            </a:fld>
            <a:endParaRPr lang="en-US" dirty="0"/>
          </a:p>
        </p:txBody>
      </p:sp>
      <p:sp>
        <p:nvSpPr>
          <p:cNvPr id="5" name="Slide Number Placeholder 4">
            <a:extLst>
              <a:ext uri="{FF2B5EF4-FFF2-40B4-BE49-F238E27FC236}">
                <a16:creationId xmlns:a16="http://schemas.microsoft.com/office/drawing/2014/main" id="{FD965F4B-E6CF-D83A-1F1B-81274FD57428}"/>
              </a:ext>
            </a:extLst>
          </p:cNvPr>
          <p:cNvSpPr>
            <a:spLocks noGrp="1"/>
          </p:cNvSpPr>
          <p:nvPr>
            <p:ph type="sldNum" sz="quarter" idx="12"/>
          </p:nvPr>
        </p:nvSpPr>
        <p:spPr/>
        <p:txBody>
          <a:bodyPr/>
          <a:lstStyle/>
          <a:p>
            <a:fld id="{753D0FD4-819D-4187-8797-C35567B41C78}" type="slidenum">
              <a:rPr lang="en-US" dirty="0"/>
              <a:t>‹#›</a:t>
            </a:fld>
            <a:endParaRPr lang="en-US" dirty="0"/>
          </a:p>
        </p:txBody>
      </p:sp>
    </p:spTree>
    <p:extLst>
      <p:ext uri="{BB962C8B-B14F-4D97-AF65-F5344CB8AC3E}">
        <p14:creationId xmlns:p14="http://schemas.microsoft.com/office/powerpoint/2010/main" val="32855789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E52550-02A6-D7FB-DD57-70C87BAA4FE2}"/>
              </a:ext>
            </a:extLst>
          </p:cNvPr>
          <p:cNvSpPr>
            <a:spLocks noGrp="1"/>
          </p:cNvSpPr>
          <p:nvPr>
            <p:ph type="ftr" sz="quarter" idx="11"/>
          </p:nvPr>
        </p:nvSpPr>
        <p:spPr/>
        <p:txBody>
          <a:bodyPr/>
          <a:lstStyle/>
          <a:p>
            <a:r>
              <a:rPr lang="en-US" dirty="0"/>
              <a:t>
              </a:t>
            </a:r>
          </a:p>
        </p:txBody>
      </p:sp>
      <p:sp>
        <p:nvSpPr>
          <p:cNvPr id="2" name="Date Placeholder 1">
            <a:extLst>
              <a:ext uri="{FF2B5EF4-FFF2-40B4-BE49-F238E27FC236}">
                <a16:creationId xmlns:a16="http://schemas.microsoft.com/office/drawing/2014/main" id="{B402D272-B561-7F82-06FB-C5DE719AAE9A}"/>
              </a:ext>
            </a:extLst>
          </p:cNvPr>
          <p:cNvSpPr>
            <a:spLocks noGrp="1"/>
          </p:cNvSpPr>
          <p:nvPr>
            <p:ph type="dt" sz="half" idx="10"/>
          </p:nvPr>
        </p:nvSpPr>
        <p:spPr/>
        <p:txBody>
          <a:bodyPr/>
          <a:lstStyle/>
          <a:p>
            <a:fld id="{A886D589-8B08-4190-9F3B-BA01ED2999CB}" type="datetimeFigureOut">
              <a:rPr lang="en-US" dirty="0"/>
              <a:t>9/22/2026</a:t>
            </a:fld>
            <a:endParaRPr lang="en-US" dirty="0"/>
          </a:p>
        </p:txBody>
      </p:sp>
      <p:sp>
        <p:nvSpPr>
          <p:cNvPr id="4" name="Slide Number Placeholder 3">
            <a:extLst>
              <a:ext uri="{FF2B5EF4-FFF2-40B4-BE49-F238E27FC236}">
                <a16:creationId xmlns:a16="http://schemas.microsoft.com/office/drawing/2014/main" id="{A7EF0FF0-3A36-A128-D75E-71A4B54CB6CD}"/>
              </a:ext>
            </a:extLst>
          </p:cNvPr>
          <p:cNvSpPr>
            <a:spLocks noGrp="1"/>
          </p:cNvSpPr>
          <p:nvPr>
            <p:ph type="sldNum" sz="quarter" idx="12"/>
          </p:nvPr>
        </p:nvSpPr>
        <p:spPr/>
        <p:txBody>
          <a:bodyPr/>
          <a:lstStyle/>
          <a:p>
            <a:fld id="{753D0FD4-819D-4187-8797-C35567B41C78}" type="slidenum">
              <a:rPr lang="en-US" dirty="0"/>
              <a:t>‹#›</a:t>
            </a:fld>
            <a:endParaRPr lang="en-US" dirty="0"/>
          </a:p>
        </p:txBody>
      </p:sp>
    </p:spTree>
    <p:extLst>
      <p:ext uri="{BB962C8B-B14F-4D97-AF65-F5344CB8AC3E}">
        <p14:creationId xmlns:p14="http://schemas.microsoft.com/office/powerpoint/2010/main" val="256665581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18A45ECA-9413-0F81-085A-48CF6F23E1DC}"/>
              </a:ext>
            </a:extLst>
          </p:cNvPr>
          <p:cNvCxnSpPr>
            <a:cxnSpLocks/>
          </p:cNvCxnSpPr>
          <p:nvPr/>
        </p:nvCxnSpPr>
        <p:spPr>
          <a:xfrm>
            <a:off x="0" y="2118492"/>
            <a:ext cx="12192000" cy="0"/>
          </a:xfrm>
          <a:prstGeom prst="line">
            <a:avLst/>
          </a:prstGeom>
          <a:ln w="9525">
            <a:solidFill>
              <a:schemeClr val="tx1">
                <a:lumMod val="85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832104"/>
            <a:ext cx="11253668" cy="1225296"/>
          </a:xfrm>
        </p:spPr>
        <p:txBody>
          <a:bodyPr>
            <a:normAutofit/>
          </a:bodyPr>
          <a:lstStyle>
            <a:lvl1pPr>
              <a:defRPr sz="8800">
                <a:solidFill>
                  <a:schemeClr val="tx2"/>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263640"/>
            <a:ext cx="2962656" cy="411480"/>
          </a:xfrm>
        </p:spPr>
        <p:txBody>
          <a:bodyPr/>
          <a:lstStyle>
            <a:lvl1pPr>
              <a:defRPr>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1" y="6263640"/>
            <a:ext cx="1933553" cy="411480"/>
          </a:xfrm>
        </p:spPr>
        <p:txBody>
          <a:bodyPr/>
          <a:lstStyle>
            <a:lvl1pPr>
              <a:defRPr>
                <a:solidFill>
                  <a:schemeClr val="tx2"/>
                </a:solidFill>
              </a:defRPr>
            </a:lvl1pPr>
          </a:lstStyle>
          <a:p>
            <a:fld id="{12A08923-D58E-4822-B554-6A1173FCE25D}"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63640"/>
            <a:ext cx="546447" cy="413360"/>
          </a:xfrm>
        </p:spPr>
        <p:txBody>
          <a:bodyPr/>
          <a:lstStyle>
            <a:lvl1pPr>
              <a:defRPr>
                <a:solidFill>
                  <a:schemeClr val="tx2"/>
                </a:solidFill>
              </a:defRPr>
            </a:lvl1pPr>
          </a:lstStyle>
          <a:p>
            <a:fld id="{753D0FD4-819D-4187-8797-C35567B41C78}" type="slidenum">
              <a:rPr lang="en-US" dirty="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7" y="3429001"/>
            <a:ext cx="11253669" cy="2773546"/>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44495036"/>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60" y="1270390"/>
            <a:ext cx="7929980" cy="2060888"/>
          </a:xfrm>
        </p:spPr>
        <p:txBody>
          <a:bodyPr>
            <a:normAutofit/>
          </a:bodyPr>
          <a:lstStyle>
            <a:lvl1pPr>
              <a:defRPr sz="8800">
                <a:solidFill>
                  <a:schemeClr val="tx2"/>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5" y="3794761"/>
            <a:ext cx="7932765" cy="1531091"/>
          </a:xfrm>
        </p:spPr>
        <p:txBody>
          <a:bodyPr>
            <a:normAutofit/>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dirty="0"/>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F50BF9E0-60DA-4D6D-8F14-825F152220D6}" type="datetimeFigureOut">
              <a:rPr lang="en-US" dirty="0"/>
              <a:t>9/22/2026</a:t>
            </a:fld>
            <a:endParaRPr lang="en-US" dirty="0"/>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dirty="0"/>
          </a:p>
        </p:txBody>
      </p:sp>
      <p:cxnSp>
        <p:nvCxnSpPr>
          <p:cNvPr id="7" name="Straight Connector 6">
            <a:extLst>
              <a:ext uri="{FF2B5EF4-FFF2-40B4-BE49-F238E27FC236}">
                <a16:creationId xmlns:a16="http://schemas.microsoft.com/office/drawing/2014/main" id="{F4D168F9-DE00-B9C1-AD77-139DA8AF3364}"/>
              </a:ext>
            </a:extLst>
          </p:cNvPr>
          <p:cNvCxnSpPr>
            <a:cxnSpLocks/>
          </p:cNvCxnSpPr>
          <p:nvPr/>
        </p:nvCxnSpPr>
        <p:spPr>
          <a:xfrm>
            <a:off x="0" y="3434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2142318"/>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7540126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7945619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C4398EFF-E3C5-E79D-1BD3-016E84949F9C}"/>
              </a:ext>
            </a:extLst>
          </p:cNvPr>
          <p:cNvCxnSpPr>
            <a:cxnSpLocks/>
          </p:cNvCxnSpPr>
          <p:nvPr/>
        </p:nvCxnSpPr>
        <p:spPr>
          <a:xfrm>
            <a:off x="0" y="789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
        <p:nvSpPr>
          <p:cNvPr id="2" name="Title Placeholder 1">
            <a:extLst>
              <a:ext uri="{FF2B5EF4-FFF2-40B4-BE49-F238E27FC236}">
                <a16:creationId xmlns:a16="http://schemas.microsoft.com/office/drawing/2014/main" id="{66478947-1D67-18A4-7E48-5B4B2F97FBE9}"/>
              </a:ext>
            </a:extLst>
          </p:cNvPr>
          <p:cNvSpPr>
            <a:spLocks noGrp="1"/>
          </p:cNvSpPr>
          <p:nvPr>
            <p:ph type="title"/>
          </p:nvPr>
        </p:nvSpPr>
        <p:spPr>
          <a:xfrm>
            <a:off x="320559" y="935798"/>
            <a:ext cx="11253668" cy="665690"/>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7DFE08CA-9517-ABC1-E915-31EA6D7B73C7}"/>
              </a:ext>
            </a:extLst>
          </p:cNvPr>
          <p:cNvSpPr>
            <a:spLocks noGrp="1"/>
          </p:cNvSpPr>
          <p:nvPr>
            <p:ph type="body" idx="1"/>
          </p:nvPr>
        </p:nvSpPr>
        <p:spPr>
          <a:xfrm>
            <a:off x="320559" y="1707581"/>
            <a:ext cx="11253668" cy="484833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00E3983D-E783-AAEC-26DB-4B3F6511C702}"/>
              </a:ext>
            </a:extLst>
          </p:cNvPr>
          <p:cNvSpPr>
            <a:spLocks noGrp="1"/>
          </p:cNvSpPr>
          <p:nvPr>
            <p:ph type="ftr" sz="quarter" idx="3"/>
          </p:nvPr>
        </p:nvSpPr>
        <p:spPr>
          <a:xfrm>
            <a:off x="317773" y="207982"/>
            <a:ext cx="2963692"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r>
              <a:rPr lang="en-US" dirty="0"/>
              <a:t>
              </a:t>
            </a:r>
          </a:p>
        </p:txBody>
      </p:sp>
      <p:sp>
        <p:nvSpPr>
          <p:cNvPr id="4" name="Date Placeholder 3">
            <a:extLst>
              <a:ext uri="{FF2B5EF4-FFF2-40B4-BE49-F238E27FC236}">
                <a16:creationId xmlns:a16="http://schemas.microsoft.com/office/drawing/2014/main" id="{70454426-0A97-D20B-FD06-9648AED7773C}"/>
              </a:ext>
            </a:extLst>
          </p:cNvPr>
          <p:cNvSpPr>
            <a:spLocks noGrp="1"/>
          </p:cNvSpPr>
          <p:nvPr>
            <p:ph type="dt" sz="half" idx="2"/>
          </p:nvPr>
        </p:nvSpPr>
        <p:spPr>
          <a:xfrm>
            <a:off x="7680069" y="207982"/>
            <a:ext cx="1921315"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fld id="{18A4B20A-718A-4149-B5D2-676E857EB828}" type="datetimeFigureOut">
              <a:rPr lang="en-US" dirty="0"/>
              <a:t>9/22/2026</a:t>
            </a:fld>
            <a:endParaRPr lang="en-US" dirty="0"/>
          </a:p>
        </p:txBody>
      </p:sp>
      <p:sp>
        <p:nvSpPr>
          <p:cNvPr id="6" name="Slide Number Placeholder 5">
            <a:extLst>
              <a:ext uri="{FF2B5EF4-FFF2-40B4-BE49-F238E27FC236}">
                <a16:creationId xmlns:a16="http://schemas.microsoft.com/office/drawing/2014/main" id="{7DA13386-8E2A-2962-4804-81558038BA54}"/>
              </a:ext>
            </a:extLst>
          </p:cNvPr>
          <p:cNvSpPr>
            <a:spLocks noGrp="1"/>
          </p:cNvSpPr>
          <p:nvPr>
            <p:ph type="sldNum" sz="quarter" idx="4"/>
          </p:nvPr>
        </p:nvSpPr>
        <p:spPr>
          <a:xfrm>
            <a:off x="11288870" y="207982"/>
            <a:ext cx="546447" cy="413360"/>
          </a:xfrm>
          <a:prstGeom prst="rect">
            <a:avLst/>
          </a:prstGeom>
        </p:spPr>
        <p:txBody>
          <a:bodyPr vert="horz" lIns="91440" tIns="45720" rIns="91440" bIns="45720" rtlCol="0" anchor="ctr">
            <a:normAutofit/>
          </a:bodyPr>
          <a:lstStyle>
            <a:lvl1pPr algn="r">
              <a:defRPr sz="850" b="1" cap="all" baseline="0">
                <a:solidFill>
                  <a:schemeClr val="tx2"/>
                </a:solidFill>
              </a:defRPr>
            </a:lvl1pPr>
          </a:lstStyle>
          <a:p>
            <a:fld id="{753D0FD4-819D-4187-8797-C35567B41C78}" type="slidenum">
              <a:rPr lang="en-US" dirty="0"/>
              <a:t>‹#›</a:t>
            </a:fld>
            <a:endParaRPr lang="en-US" dirty="0"/>
          </a:p>
        </p:txBody>
      </p:sp>
      <p:sp>
        <p:nvSpPr>
          <p:cNvPr id="8" name="TextBox 7">
            <a:extLst>
              <a:ext uri="{FF2B5EF4-FFF2-40B4-BE49-F238E27FC236}">
                <a16:creationId xmlns:a16="http://schemas.microsoft.com/office/drawing/2014/main" id="{5F143C14-E680-3360-0E4D-DA502AF50E85}"/>
              </a:ext>
            </a:extLst>
          </p:cNvPr>
          <p:cNvSpPr txBox="1"/>
          <p:nvPr>
            <p:extLst>
              <p:ext uri="{1162E1C5-73C7-4A58-AE30-91384D911F3F}">
                <p184:classification xmlns:p184="http://schemas.microsoft.com/office/powerpoint/2018/4/main" val="ftr"/>
              </p:ext>
            </p:extLst>
          </p:nvPr>
        </p:nvSpPr>
        <p:spPr>
          <a:xfrm>
            <a:off x="63500" y="6642100"/>
            <a:ext cx="1978025" cy="152400"/>
          </a:xfrm>
          <a:prstGeom prst="rect">
            <a:avLst/>
          </a:prstGeom>
        </p:spPr>
        <p:txBody>
          <a:bodyPr horzOverflow="overflow" lIns="0" tIns="0" rIns="0" bIns="0">
            <a:spAutoFit/>
          </a:bodyPr>
          <a:lstStyle/>
          <a:p>
            <a:pPr algn="l"/>
            <a:r>
              <a:rPr lang="en-US" sz="1000" dirty="0">
                <a:solidFill>
                  <a:srgbClr val="000000">
                    <a:alpha val="50000"/>
                  </a:srgbClr>
                </a:solidFill>
                <a:latin typeface="Aptos" panose="020B0004020202020204" pitchFamily="34" charset="0"/>
              </a:rPr>
              <a:t>Classified as Microsoft Confidential</a:t>
            </a:r>
          </a:p>
        </p:txBody>
      </p:sp>
    </p:spTree>
    <p:extLst>
      <p:ext uri="{BB962C8B-B14F-4D97-AF65-F5344CB8AC3E}">
        <p14:creationId xmlns:p14="http://schemas.microsoft.com/office/powerpoint/2010/main" val="1888065153"/>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 id="2147483780" r:id="rId18"/>
    <p:sldLayoutId id="2147483781" r:id="rId19"/>
    <p:sldLayoutId id="2147483782" r:id="rId20"/>
    <p:sldLayoutId id="2147483783" r:id="rId21"/>
    <p:sldLayoutId id="2147483784" r:id="rId22"/>
    <p:sldLayoutId id="2147483785" r:id="rId23"/>
    <p:sldLayoutId id="2147483786" r:id="rId24"/>
    <p:sldLayoutId id="2147483787" r:id="rId25"/>
    <p:sldLayoutId id="2147483788" r:id="rId26"/>
    <p:sldLayoutId id="2147483789" r:id="rId27"/>
    <p:sldLayoutId id="2147483790" r:id="rId28"/>
    <p:sldLayoutId id="2147483791" r:id="rId29"/>
  </p:sldLayoutIdLst>
  <p:hf hdr="0"/>
  <p:txStyles>
    <p:titleStyle>
      <a:lvl1pPr algn="l" defTabSz="914400" rtl="0" eaLnBrk="1" latinLnBrk="0" hangingPunct="1">
        <a:lnSpc>
          <a:spcPct val="70000"/>
        </a:lnSpc>
        <a:spcBef>
          <a:spcPct val="0"/>
        </a:spcBef>
        <a:buNone/>
        <a:defRPr sz="4000" kern="1200" cap="all"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0">
          <p15:clr>
            <a:srgbClr val="F26B43"/>
          </p15:clr>
        </p15:guide>
        <p15:guide id="2" pos="264">
          <p15:clr>
            <a:srgbClr val="F26B43"/>
          </p15:clr>
        </p15:guide>
        <p15:guide id="3" pos="7416">
          <p15:clr>
            <a:srgbClr val="F26B43"/>
          </p15:clr>
        </p15:guide>
        <p15:guide id="4" orient="horz" pos="3816">
          <p15:clr>
            <a:srgbClr val="F26B43"/>
          </p15:clr>
        </p15:guide>
        <p15:guide id="5" pos="7200">
          <p15:clr>
            <a:srgbClr val="F26B43"/>
          </p15:clr>
        </p15:guide>
        <p15:guide id="6" pos="504">
          <p15:clr>
            <a:srgbClr val="F26B43"/>
          </p15:clr>
        </p15:guide>
        <p15:guide id="7" orient="horz" pos="4128">
          <p15:clr>
            <a:srgbClr val="F26B43"/>
          </p15:clr>
        </p15:guide>
        <p15:guide id="8" orient="horz" pos="1056">
          <p15:clr>
            <a:srgbClr val="F26B43"/>
          </p15:clr>
        </p15:guide>
        <p15:guide id="9" pos="458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9.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9.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29.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29.xml"/><Relationship Id="rId5" Type="http://schemas.openxmlformats.org/officeDocument/2006/relationships/image" Target="../media/image16.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err="1"/>
              <a:t>Pithub</a:t>
            </a:r>
          </a:p>
        </p:txBody>
      </p:sp>
      <p:sp>
        <p:nvSpPr>
          <p:cNvPr id="3" name="Subtitle 2"/>
          <p:cNvSpPr>
            <a:spLocks noGrp="1"/>
          </p:cNvSpPr>
          <p:nvPr>
            <p:ph type="subTitle" idx="1"/>
          </p:nvPr>
        </p:nvSpPr>
        <p:spPr/>
        <p:txBody>
          <a:bodyPr vert="horz" lIns="91440" tIns="45720" rIns="91440" bIns="45720" rtlCol="0" anchor="t">
            <a:normAutofit/>
          </a:bodyPr>
          <a:lstStyle/>
          <a:p>
            <a:r>
              <a:rPr lang="en-US" dirty="0" err="1"/>
              <a:t>BearDown</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2087-75A6-BEDC-CC13-1057F99F0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BCB206-3358-DB38-3D4D-3759ED439C24}"/>
              </a:ext>
            </a:extLst>
          </p:cNvPr>
          <p:cNvSpPr>
            <a:spLocks noGrp="1"/>
          </p:cNvSpPr>
          <p:nvPr>
            <p:ph type="title"/>
          </p:nvPr>
        </p:nvSpPr>
        <p:spPr/>
        <p:txBody>
          <a:bodyPr/>
          <a:lstStyle/>
          <a:p>
            <a:r>
              <a:rPr lang="en-US" dirty="0"/>
              <a:t>About </a:t>
            </a:r>
            <a:r>
              <a:rPr lang="en-US" dirty="0" err="1"/>
              <a:t>PitHub</a:t>
            </a:r>
          </a:p>
        </p:txBody>
      </p:sp>
      <p:pic>
        <p:nvPicPr>
          <p:cNvPr id="4" name="Content Placeholder 3">
            <a:extLst>
              <a:ext uri="{FF2B5EF4-FFF2-40B4-BE49-F238E27FC236}">
                <a16:creationId xmlns:a16="http://schemas.microsoft.com/office/drawing/2014/main" id="{6326B1C5-EB04-C1E8-631A-FAE1DF5EA9AE}"/>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7" name="TextBox 6">
            <a:extLst>
              <a:ext uri="{FF2B5EF4-FFF2-40B4-BE49-F238E27FC236}">
                <a16:creationId xmlns:a16="http://schemas.microsoft.com/office/drawing/2014/main" id="{6574DB16-790F-4FDC-8DD6-D9947F9B2728}"/>
              </a:ext>
            </a:extLst>
          </p:cNvPr>
          <p:cNvSpPr txBox="1"/>
          <p:nvPr/>
        </p:nvSpPr>
        <p:spPr>
          <a:xfrm>
            <a:off x="360680" y="1731554"/>
            <a:ext cx="11181080"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err="1"/>
              <a:t>PitHub</a:t>
            </a:r>
            <a:r>
              <a:rPr lang="en-US" dirty="0"/>
              <a:t> is a Centralized Academic Resource Hub for Lewis University, designed to make instructional content easier to organize, access, and share. Our platform provides a centralized environment where university faculty, staff, as well as students can manage educational videos and documents in one place. </a:t>
            </a:r>
          </a:p>
          <a:p>
            <a:pPr marL="285750" indent="-285750">
              <a:buFont typeface="Arial"/>
              <a:buChar char="•"/>
            </a:pPr>
            <a:endParaRPr lang="en-US" dirty="0"/>
          </a:p>
          <a:p>
            <a:pPr marL="285750" indent="-285750">
              <a:buFont typeface="Arial"/>
              <a:buChar char="•"/>
            </a:pPr>
            <a:r>
              <a:rPr lang="en-US" dirty="0"/>
              <a:t>Faculty and staff can organize  instructional videos and documents into class-based collections. Each class can include relevant information such as the course name, professor, description, and associated learning materials. This structure helps users locate resources according to their academic context rather than searching through unrelated files. </a:t>
            </a:r>
          </a:p>
          <a:p>
            <a:pPr marL="285750" indent="-285750">
              <a:buFont typeface="Arial"/>
              <a:buChar char="•"/>
            </a:pPr>
            <a:endParaRPr lang="en-US" dirty="0"/>
          </a:p>
          <a:p>
            <a:pPr marL="285750" indent="-285750">
              <a:buFont typeface="Arial"/>
              <a:buChar char="•"/>
            </a:pPr>
            <a:endParaRPr lang="en-US" dirty="0"/>
          </a:p>
        </p:txBody>
      </p:sp>
    </p:spTree>
    <p:extLst>
      <p:ext uri="{BB962C8B-B14F-4D97-AF65-F5344CB8AC3E}">
        <p14:creationId xmlns:p14="http://schemas.microsoft.com/office/powerpoint/2010/main" val="287484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7851B-C655-1137-1E92-DE96FA4380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03F6B-C650-9A16-8E2F-48E33419DC77}"/>
              </a:ext>
            </a:extLst>
          </p:cNvPr>
          <p:cNvSpPr>
            <a:spLocks noGrp="1"/>
          </p:cNvSpPr>
          <p:nvPr>
            <p:ph type="title"/>
          </p:nvPr>
        </p:nvSpPr>
        <p:spPr/>
        <p:txBody>
          <a:bodyPr/>
          <a:lstStyle/>
          <a:p>
            <a:r>
              <a:rPr lang="en-US" dirty="0"/>
              <a:t>Technology Behind </a:t>
            </a:r>
            <a:r>
              <a:rPr lang="en-US" dirty="0" err="1"/>
              <a:t>PitHub</a:t>
            </a:r>
          </a:p>
        </p:txBody>
      </p:sp>
      <p:pic>
        <p:nvPicPr>
          <p:cNvPr id="4" name="Content Placeholder 3">
            <a:extLst>
              <a:ext uri="{FF2B5EF4-FFF2-40B4-BE49-F238E27FC236}">
                <a16:creationId xmlns:a16="http://schemas.microsoft.com/office/drawing/2014/main" id="{C7EE540F-DAE7-0199-E1E3-204A865D75FD}"/>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3" name="TextBox 2">
            <a:extLst>
              <a:ext uri="{FF2B5EF4-FFF2-40B4-BE49-F238E27FC236}">
                <a16:creationId xmlns:a16="http://schemas.microsoft.com/office/drawing/2014/main" id="{3C1D980F-7C47-C9A3-FBC1-631B20616155}"/>
              </a:ext>
            </a:extLst>
          </p:cNvPr>
          <p:cNvSpPr txBox="1"/>
          <p:nvPr/>
        </p:nvSpPr>
        <p:spPr>
          <a:xfrm>
            <a:off x="352245" y="1656991"/>
            <a:ext cx="11290847"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a:t>React: Used to build the frontend interface. It allows the application to be organized into reusable components and interactive pages, including class pages, profile pages, resource views, administrative interfaces, and account-related screens.</a:t>
            </a:r>
          </a:p>
          <a:p>
            <a:pPr marL="285750" indent="-285750">
              <a:buFont typeface="Arial"/>
              <a:buChar char="•"/>
            </a:pPr>
            <a:endParaRPr lang="en-US" dirty="0"/>
          </a:p>
          <a:p>
            <a:pPr marL="285750" indent="-285750">
              <a:buFont typeface="Arial"/>
              <a:buChar char="•"/>
            </a:pPr>
            <a:r>
              <a:rPr lang="en-US" dirty="0"/>
              <a:t>Firebase: Provides services used to support </a:t>
            </a:r>
            <a:r>
              <a:rPr lang="en-US" dirty="0" err="1"/>
              <a:t>PitHub's</a:t>
            </a:r>
            <a:r>
              <a:rPr lang="en-US" dirty="0"/>
              <a:t> data, authentication, and file-management requirements, and file-management requirements. Firebase services help the application manage user information, academic resources , uploaded files, and access permissions. </a:t>
            </a:r>
          </a:p>
          <a:p>
            <a:pPr marL="285750" indent="-285750">
              <a:buFont typeface="Arial"/>
              <a:buChar char="•"/>
            </a:pPr>
            <a:endParaRPr lang="en-US" dirty="0"/>
          </a:p>
          <a:p>
            <a:pPr marL="285750" indent="-285750">
              <a:buFont typeface="Arial"/>
              <a:buChar char="•"/>
            </a:pPr>
            <a:r>
              <a:rPr lang="en-US" dirty="0"/>
              <a:t>GitHub: Used for source-code management, issue tracking, documentation, collaboration, and reviewing changes. It allows the development team to coordinate work and maintain a shared record of the project's progress.</a:t>
            </a:r>
          </a:p>
        </p:txBody>
      </p:sp>
    </p:spTree>
    <p:extLst>
      <p:ext uri="{BB962C8B-B14F-4D97-AF65-F5344CB8AC3E}">
        <p14:creationId xmlns:p14="http://schemas.microsoft.com/office/powerpoint/2010/main" val="19580822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C5C02-A3B0-09E0-B6FB-9ED6B4DFBAC5}"/>
              </a:ext>
            </a:extLst>
          </p:cNvPr>
          <p:cNvSpPr>
            <a:spLocks noGrp="1"/>
          </p:cNvSpPr>
          <p:nvPr>
            <p:ph type="title"/>
          </p:nvPr>
        </p:nvSpPr>
        <p:spPr/>
        <p:txBody>
          <a:bodyPr/>
          <a:lstStyle/>
          <a:p>
            <a:r>
              <a:rPr lang="en-US" dirty="0"/>
              <a:t>User Accounts and Authentication</a:t>
            </a:r>
          </a:p>
        </p:txBody>
      </p:sp>
      <p:pic>
        <p:nvPicPr>
          <p:cNvPr id="4" name="Content Placeholder 3">
            <a:extLst>
              <a:ext uri="{FF2B5EF4-FFF2-40B4-BE49-F238E27FC236}">
                <a16:creationId xmlns:a16="http://schemas.microsoft.com/office/drawing/2014/main" id="{798DED97-9598-3E2E-3F1F-576F32807369}"/>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3" name="TextBox 2">
            <a:extLst>
              <a:ext uri="{FF2B5EF4-FFF2-40B4-BE49-F238E27FC236}">
                <a16:creationId xmlns:a16="http://schemas.microsoft.com/office/drawing/2014/main" id="{E742DDE5-E264-B371-D84A-0058C92331CB}"/>
              </a:ext>
            </a:extLst>
          </p:cNvPr>
          <p:cNvSpPr txBox="1"/>
          <p:nvPr/>
        </p:nvSpPr>
        <p:spPr>
          <a:xfrm>
            <a:off x="322383" y="1738922"/>
            <a:ext cx="10814539"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Users can create their own account through their Lewis University email.</a:t>
            </a:r>
          </a:p>
          <a:p>
            <a:pPr marL="285750" indent="-285750">
              <a:buFont typeface="Calibri"/>
              <a:buChar char="-"/>
            </a:pPr>
            <a:r>
              <a:rPr lang="en-US" dirty="0"/>
              <a:t>They can securely log in and log out.</a:t>
            </a:r>
          </a:p>
          <a:p>
            <a:pPr marL="285750" indent="-285750">
              <a:buFont typeface="Calibri"/>
              <a:buChar char="-"/>
            </a:pPr>
            <a:r>
              <a:rPr lang="en-US"/>
              <a:t>They remain logged in throughout their session.</a:t>
            </a:r>
          </a:p>
        </p:txBody>
      </p:sp>
      <p:pic>
        <p:nvPicPr>
          <p:cNvPr id="5" name="Picture 4">
            <a:extLst>
              <a:ext uri="{FF2B5EF4-FFF2-40B4-BE49-F238E27FC236}">
                <a16:creationId xmlns:a16="http://schemas.microsoft.com/office/drawing/2014/main" id="{959DB302-1C7E-BED0-CBB6-D2D151EE1EA6}"/>
              </a:ext>
            </a:extLst>
          </p:cNvPr>
          <p:cNvPicPr>
            <a:picLocks noChangeAspect="1"/>
          </p:cNvPicPr>
          <p:nvPr/>
        </p:nvPicPr>
        <p:blipFill>
          <a:blip r:embed="rId3"/>
          <a:stretch>
            <a:fillRect/>
          </a:stretch>
        </p:blipFill>
        <p:spPr>
          <a:xfrm>
            <a:off x="2679348" y="2667000"/>
            <a:ext cx="5387457" cy="3839307"/>
          </a:xfrm>
          <a:prstGeom prst="rect">
            <a:avLst/>
          </a:prstGeom>
        </p:spPr>
      </p:pic>
    </p:spTree>
    <p:extLst>
      <p:ext uri="{BB962C8B-B14F-4D97-AF65-F5344CB8AC3E}">
        <p14:creationId xmlns:p14="http://schemas.microsoft.com/office/powerpoint/2010/main" val="86554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71A12-249C-C06F-8773-FF7C5DE357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001835-C4A3-99B6-73A3-9606A8A08ACB}"/>
              </a:ext>
            </a:extLst>
          </p:cNvPr>
          <p:cNvSpPr>
            <a:spLocks noGrp="1"/>
          </p:cNvSpPr>
          <p:nvPr>
            <p:ph type="title"/>
          </p:nvPr>
        </p:nvSpPr>
        <p:spPr/>
        <p:txBody>
          <a:bodyPr/>
          <a:lstStyle/>
          <a:p>
            <a:r>
              <a:rPr lang="en-US" dirty="0"/>
              <a:t>Video Uploading and Management</a:t>
            </a:r>
          </a:p>
        </p:txBody>
      </p:sp>
      <p:pic>
        <p:nvPicPr>
          <p:cNvPr id="4" name="Content Placeholder 3">
            <a:extLst>
              <a:ext uri="{FF2B5EF4-FFF2-40B4-BE49-F238E27FC236}">
                <a16:creationId xmlns:a16="http://schemas.microsoft.com/office/drawing/2014/main" id="{88319D4D-F114-AF3E-796B-18EA97092C8F}"/>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5" name="TextBox 4">
            <a:extLst>
              <a:ext uri="{FF2B5EF4-FFF2-40B4-BE49-F238E27FC236}">
                <a16:creationId xmlns:a16="http://schemas.microsoft.com/office/drawing/2014/main" id="{C8D37610-C952-72C2-588B-CA0F867F0200}"/>
              </a:ext>
            </a:extLst>
          </p:cNvPr>
          <p:cNvSpPr txBox="1"/>
          <p:nvPr/>
        </p:nvSpPr>
        <p:spPr>
          <a:xfrm>
            <a:off x="313721" y="1594043"/>
            <a:ext cx="1150815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Users can upload videos and receive feedback when uploads succeed or fail. </a:t>
            </a:r>
            <a:endParaRPr lang="en-US"/>
          </a:p>
          <a:p>
            <a:pPr marL="285750" indent="-285750">
              <a:buFont typeface="Calibri"/>
              <a:buChar char="-"/>
            </a:pPr>
            <a:r>
              <a:rPr lang="en-US" dirty="0"/>
              <a:t>They can also delete videos and receive confirmation before deletion.</a:t>
            </a:r>
          </a:p>
        </p:txBody>
      </p:sp>
      <p:pic>
        <p:nvPicPr>
          <p:cNvPr id="3" name="Picture 2">
            <a:extLst>
              <a:ext uri="{FF2B5EF4-FFF2-40B4-BE49-F238E27FC236}">
                <a16:creationId xmlns:a16="http://schemas.microsoft.com/office/drawing/2014/main" id="{9DF711B7-160A-6F2A-7503-705E50EB37A9}"/>
              </a:ext>
            </a:extLst>
          </p:cNvPr>
          <p:cNvPicPr>
            <a:picLocks noChangeAspect="1"/>
          </p:cNvPicPr>
          <p:nvPr/>
        </p:nvPicPr>
        <p:blipFill>
          <a:blip r:embed="rId3"/>
          <a:stretch>
            <a:fillRect/>
          </a:stretch>
        </p:blipFill>
        <p:spPr>
          <a:xfrm>
            <a:off x="543169" y="2669564"/>
            <a:ext cx="5410201" cy="3335949"/>
          </a:xfrm>
          <a:prstGeom prst="rect">
            <a:avLst/>
          </a:prstGeom>
        </p:spPr>
      </p:pic>
      <p:pic>
        <p:nvPicPr>
          <p:cNvPr id="6" name="Picture 5">
            <a:extLst>
              <a:ext uri="{FF2B5EF4-FFF2-40B4-BE49-F238E27FC236}">
                <a16:creationId xmlns:a16="http://schemas.microsoft.com/office/drawing/2014/main" id="{0517A483-0DE0-5AA7-0895-5F0FFB651A12}"/>
              </a:ext>
            </a:extLst>
          </p:cNvPr>
          <p:cNvPicPr>
            <a:picLocks noChangeAspect="1"/>
          </p:cNvPicPr>
          <p:nvPr/>
        </p:nvPicPr>
        <p:blipFill>
          <a:blip r:embed="rId4"/>
          <a:stretch>
            <a:fillRect/>
          </a:stretch>
        </p:blipFill>
        <p:spPr>
          <a:xfrm>
            <a:off x="6332192" y="2669070"/>
            <a:ext cx="5237094" cy="3242642"/>
          </a:xfrm>
          <a:prstGeom prst="rect">
            <a:avLst/>
          </a:prstGeom>
        </p:spPr>
      </p:pic>
    </p:spTree>
    <p:extLst>
      <p:ext uri="{BB962C8B-B14F-4D97-AF65-F5344CB8AC3E}">
        <p14:creationId xmlns:p14="http://schemas.microsoft.com/office/powerpoint/2010/main" val="2996131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763EE-AE35-A2E3-9FEE-70F0FD045C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D61F96-9896-EE74-8823-361B949EC99D}"/>
              </a:ext>
            </a:extLst>
          </p:cNvPr>
          <p:cNvSpPr>
            <a:spLocks noGrp="1"/>
          </p:cNvSpPr>
          <p:nvPr>
            <p:ph type="title"/>
          </p:nvPr>
        </p:nvSpPr>
        <p:spPr/>
        <p:txBody>
          <a:bodyPr/>
          <a:lstStyle/>
          <a:p>
            <a:r>
              <a:rPr lang="en-US" dirty="0"/>
              <a:t>Classes and Course Organization</a:t>
            </a:r>
          </a:p>
        </p:txBody>
      </p:sp>
      <p:pic>
        <p:nvPicPr>
          <p:cNvPr id="4" name="Content Placeholder 3">
            <a:extLst>
              <a:ext uri="{FF2B5EF4-FFF2-40B4-BE49-F238E27FC236}">
                <a16:creationId xmlns:a16="http://schemas.microsoft.com/office/drawing/2014/main" id="{AA1BFD15-8C25-34E3-9589-C93A652D2698}"/>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5" name="TextBox 4">
            <a:extLst>
              <a:ext uri="{FF2B5EF4-FFF2-40B4-BE49-F238E27FC236}">
                <a16:creationId xmlns:a16="http://schemas.microsoft.com/office/drawing/2014/main" id="{B4F9A381-6E4C-849F-2C8F-4108E121BE47}"/>
              </a:ext>
            </a:extLst>
          </p:cNvPr>
          <p:cNvSpPr txBox="1"/>
          <p:nvPr/>
        </p:nvSpPr>
        <p:spPr>
          <a:xfrm>
            <a:off x="319988" y="1712379"/>
            <a:ext cx="1107830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Users can create classes, assign videos to classes, organize videos by course/professor/school year/date, view videos within a class, and delete classes.</a:t>
            </a:r>
          </a:p>
        </p:txBody>
      </p:sp>
      <p:pic>
        <p:nvPicPr>
          <p:cNvPr id="7" name="Picture 6">
            <a:extLst>
              <a:ext uri="{FF2B5EF4-FFF2-40B4-BE49-F238E27FC236}">
                <a16:creationId xmlns:a16="http://schemas.microsoft.com/office/drawing/2014/main" id="{BEB5CD21-D960-5376-ABD6-C1CE6F499882}"/>
              </a:ext>
            </a:extLst>
          </p:cNvPr>
          <p:cNvPicPr>
            <a:picLocks noChangeAspect="1"/>
          </p:cNvPicPr>
          <p:nvPr/>
        </p:nvPicPr>
        <p:blipFill>
          <a:blip r:embed="rId3"/>
          <a:stretch>
            <a:fillRect/>
          </a:stretch>
        </p:blipFill>
        <p:spPr>
          <a:xfrm>
            <a:off x="319537" y="2612007"/>
            <a:ext cx="7153455" cy="1921534"/>
          </a:xfrm>
          <a:prstGeom prst="rect">
            <a:avLst/>
          </a:prstGeom>
        </p:spPr>
      </p:pic>
      <p:pic>
        <p:nvPicPr>
          <p:cNvPr id="8" name="Picture 7">
            <a:extLst>
              <a:ext uri="{FF2B5EF4-FFF2-40B4-BE49-F238E27FC236}">
                <a16:creationId xmlns:a16="http://schemas.microsoft.com/office/drawing/2014/main" id="{12749312-6708-53A0-FFFA-53ADA7CBF84B}"/>
              </a:ext>
            </a:extLst>
          </p:cNvPr>
          <p:cNvPicPr>
            <a:picLocks noChangeAspect="1"/>
          </p:cNvPicPr>
          <p:nvPr/>
        </p:nvPicPr>
        <p:blipFill>
          <a:blip r:embed="rId4"/>
          <a:stretch>
            <a:fillRect/>
          </a:stretch>
        </p:blipFill>
        <p:spPr>
          <a:xfrm>
            <a:off x="5212870" y="4687917"/>
            <a:ext cx="6381391" cy="1896015"/>
          </a:xfrm>
          <a:prstGeom prst="rect">
            <a:avLst/>
          </a:prstGeom>
        </p:spPr>
      </p:pic>
    </p:spTree>
    <p:extLst>
      <p:ext uri="{BB962C8B-B14F-4D97-AF65-F5344CB8AC3E}">
        <p14:creationId xmlns:p14="http://schemas.microsoft.com/office/powerpoint/2010/main" val="28363133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EB861-EDA6-7CDB-DC06-53D87FBF07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3F6E44-373E-6619-FFF0-4095CE689C23}"/>
              </a:ext>
            </a:extLst>
          </p:cNvPr>
          <p:cNvSpPr>
            <a:spLocks noGrp="1"/>
          </p:cNvSpPr>
          <p:nvPr>
            <p:ph type="title"/>
          </p:nvPr>
        </p:nvSpPr>
        <p:spPr/>
        <p:txBody>
          <a:bodyPr/>
          <a:lstStyle/>
          <a:p>
            <a:r>
              <a:rPr lang="en-US" dirty="0"/>
              <a:t>Search and Content Discovery</a:t>
            </a:r>
          </a:p>
        </p:txBody>
      </p:sp>
      <p:pic>
        <p:nvPicPr>
          <p:cNvPr id="4" name="Content Placeholder 3">
            <a:extLst>
              <a:ext uri="{FF2B5EF4-FFF2-40B4-BE49-F238E27FC236}">
                <a16:creationId xmlns:a16="http://schemas.microsoft.com/office/drawing/2014/main" id="{944AC264-41F4-670C-F082-469D784A56BB}"/>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3" name="TextBox 2">
            <a:extLst>
              <a:ext uri="{FF2B5EF4-FFF2-40B4-BE49-F238E27FC236}">
                <a16:creationId xmlns:a16="http://schemas.microsoft.com/office/drawing/2014/main" id="{887DC49D-8875-BDD8-21B0-3E2CB95977A6}"/>
              </a:ext>
            </a:extLst>
          </p:cNvPr>
          <p:cNvSpPr txBox="1"/>
          <p:nvPr/>
        </p:nvSpPr>
        <p:spPr>
          <a:xfrm>
            <a:off x="429845" y="1797538"/>
            <a:ext cx="1139092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Users can search for videos, classes, and other users, making it easier to find relevant educational content posted by other users.</a:t>
            </a:r>
          </a:p>
        </p:txBody>
      </p:sp>
      <p:pic>
        <p:nvPicPr>
          <p:cNvPr id="5" name="Picture 4">
            <a:extLst>
              <a:ext uri="{FF2B5EF4-FFF2-40B4-BE49-F238E27FC236}">
                <a16:creationId xmlns:a16="http://schemas.microsoft.com/office/drawing/2014/main" id="{C14AE021-2747-55FF-E61C-B0ABF2F0BEAB}"/>
              </a:ext>
            </a:extLst>
          </p:cNvPr>
          <p:cNvPicPr>
            <a:picLocks noChangeAspect="1"/>
          </p:cNvPicPr>
          <p:nvPr/>
        </p:nvPicPr>
        <p:blipFill>
          <a:blip r:embed="rId3"/>
          <a:srcRect l="13699" r="272" b="13548"/>
          <a:stretch>
            <a:fillRect/>
          </a:stretch>
        </p:blipFill>
        <p:spPr>
          <a:xfrm>
            <a:off x="429765" y="2517913"/>
            <a:ext cx="5211380" cy="3170978"/>
          </a:xfrm>
          <a:prstGeom prst="rect">
            <a:avLst/>
          </a:prstGeom>
        </p:spPr>
      </p:pic>
      <p:pic>
        <p:nvPicPr>
          <p:cNvPr id="6" name="Picture 5">
            <a:extLst>
              <a:ext uri="{FF2B5EF4-FFF2-40B4-BE49-F238E27FC236}">
                <a16:creationId xmlns:a16="http://schemas.microsoft.com/office/drawing/2014/main" id="{321BE9DC-9F28-8F31-5D01-A84EEBDE12FF}"/>
              </a:ext>
            </a:extLst>
          </p:cNvPr>
          <p:cNvPicPr>
            <a:picLocks noChangeAspect="1"/>
          </p:cNvPicPr>
          <p:nvPr/>
        </p:nvPicPr>
        <p:blipFill>
          <a:blip r:embed="rId4"/>
          <a:srcRect l="6989" r="-179" b="25087"/>
          <a:stretch>
            <a:fillRect/>
          </a:stretch>
        </p:blipFill>
        <p:spPr>
          <a:xfrm>
            <a:off x="5743644" y="2614612"/>
            <a:ext cx="6347325" cy="2613065"/>
          </a:xfrm>
          <a:prstGeom prst="rect">
            <a:avLst/>
          </a:prstGeom>
        </p:spPr>
      </p:pic>
    </p:spTree>
    <p:extLst>
      <p:ext uri="{BB962C8B-B14F-4D97-AF65-F5344CB8AC3E}">
        <p14:creationId xmlns:p14="http://schemas.microsoft.com/office/powerpoint/2010/main" val="3880942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F20C7-51A9-ABF6-42B1-529773C7E7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C651B5-AEA8-3D74-F383-CDA855C66819}"/>
              </a:ext>
            </a:extLst>
          </p:cNvPr>
          <p:cNvSpPr>
            <a:spLocks noGrp="1"/>
          </p:cNvSpPr>
          <p:nvPr>
            <p:ph type="title"/>
          </p:nvPr>
        </p:nvSpPr>
        <p:spPr/>
        <p:txBody>
          <a:bodyPr/>
          <a:lstStyle/>
          <a:p>
            <a:r>
              <a:rPr lang="en-US" dirty="0"/>
              <a:t>Public/Private Content and User profiles</a:t>
            </a:r>
          </a:p>
        </p:txBody>
      </p:sp>
      <p:pic>
        <p:nvPicPr>
          <p:cNvPr id="4" name="Content Placeholder 3">
            <a:extLst>
              <a:ext uri="{FF2B5EF4-FFF2-40B4-BE49-F238E27FC236}">
                <a16:creationId xmlns:a16="http://schemas.microsoft.com/office/drawing/2014/main" id="{FF082EDC-C988-21CC-9687-1D8591DF6A02}"/>
              </a:ext>
            </a:extLst>
          </p:cNvPr>
          <p:cNvPicPr>
            <a:picLocks noGrp="1" noChangeAspect="1"/>
          </p:cNvPicPr>
          <p:nvPr>
            <p:ph idx="1"/>
          </p:nvPr>
        </p:nvPicPr>
        <p:blipFill>
          <a:blip r:embed="rId2"/>
          <a:stretch>
            <a:fillRect/>
          </a:stretch>
        </p:blipFill>
        <p:spPr>
          <a:xfrm>
            <a:off x="-2070" y="-277"/>
            <a:ext cx="2569309" cy="849202"/>
          </a:xfrm>
          <a:prstGeom prst="rect">
            <a:avLst/>
          </a:prstGeom>
        </p:spPr>
      </p:pic>
      <p:sp>
        <p:nvSpPr>
          <p:cNvPr id="3" name="TextBox 2">
            <a:extLst>
              <a:ext uri="{FF2B5EF4-FFF2-40B4-BE49-F238E27FC236}">
                <a16:creationId xmlns:a16="http://schemas.microsoft.com/office/drawing/2014/main" id="{8280C471-84E3-892C-9CFD-9227913782A4}"/>
              </a:ext>
            </a:extLst>
          </p:cNvPr>
          <p:cNvSpPr txBox="1"/>
          <p:nvPr/>
        </p:nvSpPr>
        <p:spPr>
          <a:xfrm>
            <a:off x="371230" y="1797538"/>
            <a:ext cx="1141046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dirty="0"/>
              <a:t>Users can control the privacy of their videos: public or private.</a:t>
            </a:r>
          </a:p>
          <a:p>
            <a:pPr marL="285750" indent="-285750">
              <a:buFont typeface="Calibri"/>
              <a:buChar char="-"/>
            </a:pPr>
            <a:r>
              <a:rPr lang="en-US" dirty="0"/>
              <a:t>They can see who uploaded content.</a:t>
            </a:r>
          </a:p>
          <a:p>
            <a:pPr marL="285750" indent="-285750">
              <a:buFont typeface="Calibri"/>
              <a:buChar char="-"/>
            </a:pPr>
            <a:r>
              <a:rPr lang="en-US" dirty="0"/>
              <a:t>They are able to navigate to another user's profile to view their content, if set to public.</a:t>
            </a:r>
          </a:p>
        </p:txBody>
      </p:sp>
      <p:pic>
        <p:nvPicPr>
          <p:cNvPr id="5" name="Picture 4">
            <a:extLst>
              <a:ext uri="{FF2B5EF4-FFF2-40B4-BE49-F238E27FC236}">
                <a16:creationId xmlns:a16="http://schemas.microsoft.com/office/drawing/2014/main" id="{63B5EBAB-9D4D-F678-4894-6AB5C2924A9A}"/>
              </a:ext>
            </a:extLst>
          </p:cNvPr>
          <p:cNvPicPr>
            <a:picLocks noChangeAspect="1"/>
          </p:cNvPicPr>
          <p:nvPr/>
        </p:nvPicPr>
        <p:blipFill>
          <a:blip r:embed="rId3"/>
          <a:stretch>
            <a:fillRect/>
          </a:stretch>
        </p:blipFill>
        <p:spPr>
          <a:xfrm>
            <a:off x="5044591" y="3012108"/>
            <a:ext cx="6818382" cy="922132"/>
          </a:xfrm>
          <a:prstGeom prst="rect">
            <a:avLst/>
          </a:prstGeom>
        </p:spPr>
      </p:pic>
      <p:pic>
        <p:nvPicPr>
          <p:cNvPr id="6" name="Picture 5">
            <a:extLst>
              <a:ext uri="{FF2B5EF4-FFF2-40B4-BE49-F238E27FC236}">
                <a16:creationId xmlns:a16="http://schemas.microsoft.com/office/drawing/2014/main" id="{2A8A0D10-1236-005D-1791-026844E24721}"/>
              </a:ext>
            </a:extLst>
          </p:cNvPr>
          <p:cNvPicPr>
            <a:picLocks noChangeAspect="1"/>
          </p:cNvPicPr>
          <p:nvPr/>
        </p:nvPicPr>
        <p:blipFill>
          <a:blip r:embed="rId4"/>
          <a:stretch>
            <a:fillRect/>
          </a:stretch>
        </p:blipFill>
        <p:spPr>
          <a:xfrm>
            <a:off x="4549360" y="4123219"/>
            <a:ext cx="4595192" cy="2642429"/>
          </a:xfrm>
          <a:prstGeom prst="rect">
            <a:avLst/>
          </a:prstGeom>
        </p:spPr>
      </p:pic>
      <p:pic>
        <p:nvPicPr>
          <p:cNvPr id="7" name="Picture 6">
            <a:extLst>
              <a:ext uri="{FF2B5EF4-FFF2-40B4-BE49-F238E27FC236}">
                <a16:creationId xmlns:a16="http://schemas.microsoft.com/office/drawing/2014/main" id="{7996FDE9-6A2A-A1A7-04B4-209A265DDF30}"/>
              </a:ext>
            </a:extLst>
          </p:cNvPr>
          <p:cNvPicPr>
            <a:picLocks noChangeAspect="1"/>
          </p:cNvPicPr>
          <p:nvPr/>
        </p:nvPicPr>
        <p:blipFill>
          <a:blip r:embed="rId5"/>
          <a:stretch>
            <a:fillRect/>
          </a:stretch>
        </p:blipFill>
        <p:spPr>
          <a:xfrm>
            <a:off x="371682" y="2852116"/>
            <a:ext cx="3983245" cy="2147681"/>
          </a:xfrm>
          <a:prstGeom prst="rect">
            <a:avLst/>
          </a:prstGeom>
        </p:spPr>
      </p:pic>
    </p:spTree>
    <p:extLst>
      <p:ext uri="{BB962C8B-B14F-4D97-AF65-F5344CB8AC3E}">
        <p14:creationId xmlns:p14="http://schemas.microsoft.com/office/powerpoint/2010/main" val="2607546878"/>
      </p:ext>
    </p:extLst>
  </p:cSld>
  <p:clrMapOvr>
    <a:masterClrMapping/>
  </p:clrMapOvr>
</p:sld>
</file>

<file path=ppt/theme/theme1.xml><?xml version="1.0" encoding="utf-8"?>
<a:theme xmlns:a="http://schemas.openxmlformats.org/drawingml/2006/main" name="Editorial">
  <a:themeElements>
    <a:clrScheme name="Editorial">
      <a:dk1>
        <a:sysClr val="windowText" lastClr="000000"/>
      </a:dk1>
      <a:lt1>
        <a:sysClr val="window" lastClr="FFFFFF"/>
      </a:lt1>
      <a:dk2>
        <a:srgbClr val="171717"/>
      </a:dk2>
      <a:lt2>
        <a:srgbClr val="F7F6F3"/>
      </a:lt2>
      <a:accent1>
        <a:srgbClr val="C8350F"/>
      </a:accent1>
      <a:accent2>
        <a:srgbClr val="B6A992"/>
      </a:accent2>
      <a:accent3>
        <a:srgbClr val="D59A6D"/>
      </a:accent3>
      <a:accent4>
        <a:srgbClr val="C7793D"/>
      </a:accent4>
      <a:accent5>
        <a:srgbClr val="DB8464"/>
      </a:accent5>
      <a:accent6>
        <a:srgbClr val="3F7699"/>
      </a:accent6>
      <a:hlink>
        <a:srgbClr val="C8350F"/>
      </a:hlink>
      <a:folHlink>
        <a:srgbClr val="DB8464"/>
      </a:folHlink>
    </a:clrScheme>
    <a:fontScheme name="Editorial">
      <a:majorFont>
        <a:latin typeface="Haettenschweiler" panose="020B0706040902060204"/>
        <a:ea typeface=""/>
        <a:cs typeface=""/>
      </a:majorFont>
      <a:minorFont>
        <a:latin typeface="Trade Gothic Next Light"/>
        <a:ea typeface=""/>
        <a:cs typeface=""/>
      </a:minorFont>
    </a:fontScheme>
    <a:fmtScheme name="Editorial">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Editorial" id="{2F21523F-1450-4BBE-8D19-3F14BB3ECA64}" vid="{44B8AA04-B608-4B8B-B4C4-CA5F4F453F53}"/>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8</Slides>
  <Notes>0</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Editorial</vt:lpstr>
      <vt:lpstr>Pithub</vt:lpstr>
      <vt:lpstr>About PitHub</vt:lpstr>
      <vt:lpstr>Technology Behind PitHub</vt:lpstr>
      <vt:lpstr>User Accounts and Authentication</vt:lpstr>
      <vt:lpstr>Video Uploading and Management</vt:lpstr>
      <vt:lpstr>Classes and Course Organization</vt:lpstr>
      <vt:lpstr>Search and Content Discovery</vt:lpstr>
      <vt:lpstr>Public/Private Content and User profiles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210</cp:revision>
  <dcterms:created xsi:type="dcterms:W3CDTF">2026-09-15T15:07:03Z</dcterms:created>
  <dcterms:modified xsi:type="dcterms:W3CDTF">2026-09-22T19:35:18Z</dcterms:modified>
</cp:coreProperties>
</file>