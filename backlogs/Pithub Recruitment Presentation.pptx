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C4A89E-33E0-8BCD-3F3B-44C4405E0CD1}" v="803" dt="2026-09-15T18:21:45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8170F-0370-4A38-8BF3-83D69476AE62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534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15516-589F-487D-BF51-9635DCEA90D5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447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D5D1244-0536-4076-95F8-65E3144966FF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86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F94E15-B448-489B-871D-A40527BFA7B7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78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994A23-0EFF-404D-A2C5-6B54939039AD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899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11C3-93DB-42DC-917F-4386F19A1E3B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805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948C47DC-C479-4517-B1B0-94DB01BA76E7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4321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F92C9D0B-C1A3-434D-9CF9-A666A14DD8A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37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742A22FE-7CAA-4561-B3B2-F8D8C37BE3D2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648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491FA625-EDE8-4CCD-93F2-36B8EAED6AA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795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824A7B9-17B9-4425-9158-739F678A55EB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729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28E8FF4C-7F6A-4962-9270-F797B8959287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176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064F86E1-145A-4683-AD05-97E7E41B4995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350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96B14CE5-CB23-4F24-AF40-FFA10F25B799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133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939A3FF-4925-4C53-B6D9-F2B1807D4179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905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220747AD-BB60-464B-B16B-6CC7DCEAA31E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014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40F08F-40FA-4D3B-96CF-F8FAF483E9A7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348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EB5EDF0F-3515-4895-B663-882304741893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8152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B29ED0-7871-4976-8402-1756C1FAC1EA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907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453B8C54-B76A-4DD8-BD0B-11200408342B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812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448BDD-274C-4BED-8350-833672089118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721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527F-9C49-4481-A18C-80BA2EA99E79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5022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039EB-95FD-42A0-BF06-87A9D15142C9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8696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701D-AA71-4F6F-B74A-236E07E9ABE4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5789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D589-8B08-4190-9F3B-BA01ED2999CB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6558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A08923-D58E-4822-B554-6A1173FCE25D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495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F50BF9E0-60DA-4D6D-8F14-825F152220D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142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126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61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18A4B20A-718A-4149-B5D2-676E857EB828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 dirty="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8806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80" r:id="rId18"/>
    <p:sldLayoutId id="2147483781" r:id="rId19"/>
    <p:sldLayoutId id="2147483782" r:id="rId20"/>
    <p:sldLayoutId id="2147483783" r:id="rId21"/>
    <p:sldLayoutId id="2147483784" r:id="rId22"/>
    <p:sldLayoutId id="2147483785" r:id="rId23"/>
    <p:sldLayoutId id="2147483786" r:id="rId24"/>
    <p:sldLayoutId id="2147483787" r:id="rId25"/>
    <p:sldLayoutId id="2147483788" r:id="rId26"/>
    <p:sldLayoutId id="2147483789" r:id="rId27"/>
    <p:sldLayoutId id="2147483790" r:id="rId28"/>
    <p:sldLayoutId id="2147483791" r:id="rId29"/>
  </p:sldLayoutIdLst>
  <p:hf hdr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Pithub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BearDown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C02-A3B0-09E0-B6FB-9ED6B4DFB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Accounts and Authentication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8DED97-9598-3E2E-3F1F-576F32807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070" y="-277"/>
            <a:ext cx="2569309" cy="8492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42DDE5-E264-B371-D84A-0058C92331CB}"/>
              </a:ext>
            </a:extLst>
          </p:cNvPr>
          <p:cNvSpPr txBox="1"/>
          <p:nvPr/>
        </p:nvSpPr>
        <p:spPr>
          <a:xfrm>
            <a:off x="322383" y="1738922"/>
            <a:ext cx="1081453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/>
              <a:t>Users can create their own account through their Lewis University email.</a:t>
            </a:r>
          </a:p>
          <a:p>
            <a:pPr marL="285750" indent="-285750">
              <a:buFont typeface="Calibri"/>
              <a:buChar char="-"/>
            </a:pPr>
            <a:r>
              <a:rPr lang="en-US" dirty="0"/>
              <a:t>They can securely log in and log out.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They remain logged in throughout their session.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9DB302-1C7E-BED0-CBB6-D2D151EE1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578" y="2940538"/>
            <a:ext cx="4869689" cy="346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544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71A12-249C-C06F-8773-FF7C5DE3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1835-C4A3-99B6-73A3-9606A8A0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Uploading and Management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319D4D-F114-AF3E-796B-18EA97092C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070" y="-277"/>
            <a:ext cx="2569309" cy="8492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D37610-C952-72C2-588B-CA0F867F0200}"/>
              </a:ext>
            </a:extLst>
          </p:cNvPr>
          <p:cNvSpPr txBox="1"/>
          <p:nvPr/>
        </p:nvSpPr>
        <p:spPr>
          <a:xfrm>
            <a:off x="313721" y="1594043"/>
            <a:ext cx="11508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/>
              <a:t>Users can upload videos and receive feedback when uploads succeed or fail. 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dirty="0"/>
              <a:t>They can also delete videos and receive confirmation before deletion.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F711B7-160A-6F2A-7503-705E50EB3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69" y="2669564"/>
            <a:ext cx="5410201" cy="3335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17A483-0DE0-5AA7-0895-5F0FFB651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192" y="2669070"/>
            <a:ext cx="5237094" cy="324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3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763EE-AE35-A2E3-9FEE-70F0FD045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61F96-9896-EE74-8823-361B949EC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and Course Organization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1BFD15-8C25-34E3-9589-C93A652D2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070" y="-277"/>
            <a:ext cx="2569309" cy="8492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F9A381-6E4C-849F-2C8F-4108E121BE47}"/>
              </a:ext>
            </a:extLst>
          </p:cNvPr>
          <p:cNvSpPr txBox="1"/>
          <p:nvPr/>
        </p:nvSpPr>
        <p:spPr>
          <a:xfrm>
            <a:off x="319988" y="1712379"/>
            <a:ext cx="1107830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/>
              <a:t>Users can create classes, assign videos to classes, organize videos by course/professor/school year/date, view videos within a class, and delete classes.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B5CD21-D960-5376-ABD6-C1CE6F499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37" y="2612007"/>
            <a:ext cx="7153455" cy="1921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749312-6708-53A0-FFFA-53ADA7CBF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870" y="4687917"/>
            <a:ext cx="6381391" cy="189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EB861-EDA6-7CDB-DC06-53D87FBF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F6E44-373E-6619-FFF0-4095CE689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Content Discovery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4AC264-41F4-670C-F082-469D784A5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070" y="-277"/>
            <a:ext cx="2569309" cy="8492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7DC49D-8875-BDD8-21B0-3E2CB95977A6}"/>
              </a:ext>
            </a:extLst>
          </p:cNvPr>
          <p:cNvSpPr txBox="1"/>
          <p:nvPr/>
        </p:nvSpPr>
        <p:spPr>
          <a:xfrm>
            <a:off x="429845" y="1797538"/>
            <a:ext cx="1139092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/>
              <a:t>Users can search for videos, classes, and other users, making it easier to find relevant educational content posted by other users.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AE021-2747-55FF-E61C-B0ABF2F0B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99" r="272" b="13548"/>
          <a:stretch>
            <a:fillRect/>
          </a:stretch>
        </p:blipFill>
        <p:spPr>
          <a:xfrm>
            <a:off x="429765" y="2517913"/>
            <a:ext cx="5211380" cy="31709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1BE9DC-9F28-8F31-5D01-A84EEBDE12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89" r="-179" b="25087"/>
          <a:stretch>
            <a:fillRect/>
          </a:stretch>
        </p:blipFill>
        <p:spPr>
          <a:xfrm>
            <a:off x="5743644" y="2614612"/>
            <a:ext cx="6347325" cy="261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942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F20C7-51A9-ABF6-42B1-529773C7E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51B5-AEA8-3D74-F383-CDA855C6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Public/Private Content and User profiles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082EDC-C988-21CC-9687-1D8591DF6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070" y="-277"/>
            <a:ext cx="2569309" cy="8492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80C471-84E3-892C-9CFD-9227913782A4}"/>
              </a:ext>
            </a:extLst>
          </p:cNvPr>
          <p:cNvSpPr txBox="1"/>
          <p:nvPr/>
        </p:nvSpPr>
        <p:spPr>
          <a:xfrm>
            <a:off x="371230" y="1797538"/>
            <a:ext cx="1141046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/>
              <a:t>Users can control the privacy of their videos: public or private.</a:t>
            </a:r>
          </a:p>
          <a:p>
            <a:pPr marL="285750" indent="-285750">
              <a:buFont typeface="Calibri"/>
              <a:buChar char="-"/>
            </a:pPr>
            <a:r>
              <a:rPr lang="en-US" dirty="0"/>
              <a:t>They can see who uploaded content.</a:t>
            </a:r>
          </a:p>
          <a:p>
            <a:pPr marL="285750" indent="-285750">
              <a:buFont typeface="Calibri"/>
              <a:buChar char="-"/>
            </a:pPr>
            <a:r>
              <a:rPr lang="en-US" dirty="0"/>
              <a:t>They are able to navigate to another user's profile to view their content, if set to public.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5EBAB-9D4D-F678-4894-6AB5C2924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591" y="3012108"/>
            <a:ext cx="6818382" cy="9221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8A0D10-1236-005D-1791-026844E24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360" y="4123219"/>
            <a:ext cx="4595192" cy="2642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96FDE9-6A2A-A1A7-04B4-209A265DDF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682" y="2852116"/>
            <a:ext cx="3983245" cy="214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546878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Editorial">
      <a:majorFont>
        <a:latin typeface="Haettenschweiler" panose="020B0706040902060204"/>
        <a:ea typeface=""/>
        <a:cs typeface=""/>
      </a:majorFont>
      <a:minorFont>
        <a:latin typeface="Trade Gothic Next Light"/>
        <a:ea typeface=""/>
        <a:cs typeface=""/>
      </a:minorFont>
    </a:fontScheme>
    <a:fmtScheme name="Editorial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2F21523F-1450-4BBE-8D19-3F14BB3ECA64}" vid="{44B8AA04-B608-4B8B-B4C4-CA5F4F453F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Editorial</vt:lpstr>
      <vt:lpstr>Pithub</vt:lpstr>
      <vt:lpstr>User Accounts and Authentication</vt:lpstr>
      <vt:lpstr>Video Uploading and Management</vt:lpstr>
      <vt:lpstr>Classes and Course Organization</vt:lpstr>
      <vt:lpstr>Search and Content Discovery</vt:lpstr>
      <vt:lpstr>Public/Private Content and User profiles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120</cp:revision>
  <dcterms:created xsi:type="dcterms:W3CDTF">2026-09-15T15:07:03Z</dcterms:created>
  <dcterms:modified xsi:type="dcterms:W3CDTF">2026-09-15T18:25:27Z</dcterms:modified>
</cp:coreProperties>
</file>